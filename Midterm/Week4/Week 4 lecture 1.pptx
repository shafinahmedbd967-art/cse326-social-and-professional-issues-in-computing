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23" roundtripDataSignature="AMtx7midt5BGhAzSkrHRkZ1Pysxalf0Th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yada Tasmia Alv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11" Type="http://schemas.openxmlformats.org/officeDocument/2006/relationships/slide" Target="slides/slide5.xml"/><Relationship Id="rId22" Type="http://schemas.openxmlformats.org/officeDocument/2006/relationships/font" Target="fonts/Roboto-boldItalic.fntdata"/><Relationship Id="rId10" Type="http://schemas.openxmlformats.org/officeDocument/2006/relationships/slide" Target="slides/slide4.xml"/><Relationship Id="rId21" Type="http://schemas.openxmlformats.org/officeDocument/2006/relationships/font" Target="fonts/Roboto-italic.fntdata"/><Relationship Id="rId13" Type="http://schemas.openxmlformats.org/officeDocument/2006/relationships/slide" Target="slides/slide7.xml"/><Relationship Id="rId12" Type="http://schemas.openxmlformats.org/officeDocument/2006/relationships/slide" Target="slides/slide6.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oboto-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2-09-02T16:35:39.490">
    <p:pos x="6000" y="0"/>
    <p:text>Common carriers provide a medium of communication (not content) and must make their service available to everyone. In some cases, as with telephone service, the
government requires them to provide “universal access”</p:text>
    <p:extLst>
      <p:ext uri="{C676402C-5697-4E1C-873F-D02D1690AC5C}">
        <p15:threadingInfo timeZoneBias="0"/>
      </p:ext>
      <p:ext uri="http://customooxmlschemas.google.com/">
        <go:slidesCustomData xmlns:go="http://customooxmlschemas.google.com/" commentPostId="AAAAfHzjom8"/>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537bf11246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g1537bf11246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2cd06712c_0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g112cd06712c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45f17dee8c_1_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g145f17dee8c_1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4732661473_0_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g14732661473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539f9d4857_3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g1539f9d4857_3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539f9d4857_3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g1539f9d4857_3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45f5af3cc2_0_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g145f5af3cc2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537bf11246_1_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g1537bf11246_1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539f9d4857_2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g1539f9d4857_2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539f9d4857_3_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1539f9d4857_3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3fbedf9817_1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g13fbedf9817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9" name="Shape 9"/>
        <p:cNvGrpSpPr/>
        <p:nvPr/>
      </p:nvGrpSpPr>
      <p:grpSpPr>
        <a:xfrm>
          <a:off x="0" y="0"/>
          <a:ext cx="0" cy="0"/>
          <a:chOff x="0" y="0"/>
          <a:chExt cx="0" cy="0"/>
        </a:xfrm>
      </p:grpSpPr>
      <p:sp>
        <p:nvSpPr>
          <p:cNvPr id="10" name="Google Shape;10;p2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 name="Shape 11"/>
        <p:cNvGrpSpPr/>
        <p:nvPr/>
      </p:nvGrpSpPr>
      <p:grpSpPr>
        <a:xfrm>
          <a:off x="0" y="0"/>
          <a:ext cx="0" cy="0"/>
          <a:chOff x="0" y="0"/>
          <a:chExt cx="0" cy="0"/>
        </a:xfrm>
      </p:grpSpPr>
      <p:sp>
        <p:nvSpPr>
          <p:cNvPr id="12" name="Google Shape;12;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 name="Google Shape;1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3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3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2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26" name="Shape 26"/>
        <p:cNvGrpSpPr/>
        <p:nvPr/>
      </p:nvGrpSpPr>
      <p:grpSpPr>
        <a:xfrm>
          <a:off x="0" y="0"/>
          <a:ext cx="0" cy="0"/>
          <a:chOff x="0" y="0"/>
          <a:chExt cx="0" cy="0"/>
        </a:xfrm>
      </p:grpSpPr>
      <p:sp>
        <p:nvSpPr>
          <p:cNvPr id="27" name="Google Shape;27;g112cd06712c_0_1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g112cd06712c_0_1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9" name="Google Shape;29;g112cd06712c_0_1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0" name="Google Shape;30;g112cd06712c_0_1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31" name="Google Shape;31;g112cd06712c_0_1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7" name="Shape 37"/>
        <p:cNvGrpSpPr/>
        <p:nvPr/>
      </p:nvGrpSpPr>
      <p:grpSpPr>
        <a:xfrm>
          <a:off x="0" y="0"/>
          <a:ext cx="0" cy="0"/>
          <a:chOff x="0" y="0"/>
          <a:chExt cx="0" cy="0"/>
        </a:xfrm>
      </p:grpSpPr>
      <p:sp>
        <p:nvSpPr>
          <p:cNvPr id="38" name="Google Shape;38;gf59b91e696_0_41"/>
          <p:cNvSpPr txBox="1"/>
          <p:nvPr>
            <p:ph type="title"/>
          </p:nvPr>
        </p:nvSpPr>
        <p:spPr>
          <a:xfrm>
            <a:off x="967739" y="-11430"/>
            <a:ext cx="7200900" cy="1069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2800"/>
              <a:buNone/>
              <a:defRPr b="0" i="0" sz="4600">
                <a:solidFill>
                  <a:srgbClr val="2B7B9E"/>
                </a:solidFill>
                <a:latin typeface="Calibri"/>
                <a:ea typeface="Calibri"/>
                <a:cs typeface="Calibri"/>
                <a:sym typeface="Calibri"/>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9" name="Google Shape;39;gf59b91e696_0_41"/>
          <p:cNvSpPr txBox="1"/>
          <p:nvPr>
            <p:ph idx="1" type="body"/>
          </p:nvPr>
        </p:nvSpPr>
        <p:spPr>
          <a:xfrm>
            <a:off x="628650" y="1038987"/>
            <a:ext cx="5144100" cy="3135600"/>
          </a:xfrm>
          <a:prstGeom prst="rect">
            <a:avLst/>
          </a:prstGeom>
          <a:noFill/>
          <a:ln>
            <a:noFill/>
          </a:ln>
        </p:spPr>
        <p:txBody>
          <a:bodyPr anchorCtr="0" anchor="t" bIns="0" lIns="0" spcFirstLastPara="1" rIns="0" wrap="square" tIns="0">
            <a:spAutoFit/>
          </a:bodyPr>
          <a:lstStyle>
            <a:lvl1pPr indent="-228600" lvl="0" marL="457200" algn="l">
              <a:lnSpc>
                <a:spcPct val="115000"/>
              </a:lnSpc>
              <a:spcBef>
                <a:spcPts val="0"/>
              </a:spcBef>
              <a:spcAft>
                <a:spcPts val="0"/>
              </a:spcAft>
              <a:buSzPts val="1800"/>
              <a:buNone/>
              <a:defRPr b="0" i="0" sz="2400">
                <a:solidFill>
                  <a:srgbClr val="585858"/>
                </a:solidFill>
                <a:latin typeface="Calibri"/>
                <a:ea typeface="Calibri"/>
                <a:cs typeface="Calibri"/>
                <a:sym typeface="Calibri"/>
              </a:defRPr>
            </a:lvl1pPr>
            <a:lvl2pPr indent="-228600" lvl="1" marL="914400" algn="l">
              <a:lnSpc>
                <a:spcPct val="115000"/>
              </a:lnSpc>
              <a:spcBef>
                <a:spcPts val="0"/>
              </a:spcBef>
              <a:spcAft>
                <a:spcPts val="0"/>
              </a:spcAft>
              <a:buSzPts val="1400"/>
              <a:buNone/>
              <a:defRPr/>
            </a:lvl2pPr>
            <a:lvl3pPr indent="-228600" lvl="2" marL="1371600" algn="l">
              <a:lnSpc>
                <a:spcPct val="115000"/>
              </a:lnSpc>
              <a:spcBef>
                <a:spcPts val="0"/>
              </a:spcBef>
              <a:spcAft>
                <a:spcPts val="0"/>
              </a:spcAft>
              <a:buSzPts val="1400"/>
              <a:buNone/>
              <a:defRPr/>
            </a:lvl3pPr>
            <a:lvl4pPr indent="-228600" lvl="3" marL="1828800" algn="l">
              <a:lnSpc>
                <a:spcPct val="115000"/>
              </a:lnSpc>
              <a:spcBef>
                <a:spcPts val="0"/>
              </a:spcBef>
              <a:spcAft>
                <a:spcPts val="0"/>
              </a:spcAft>
              <a:buSzPts val="1400"/>
              <a:buNone/>
              <a:defRPr/>
            </a:lvl4pPr>
            <a:lvl5pPr indent="-228600" lvl="4" marL="2286000" algn="l">
              <a:lnSpc>
                <a:spcPct val="115000"/>
              </a:lnSpc>
              <a:spcBef>
                <a:spcPts val="0"/>
              </a:spcBef>
              <a:spcAft>
                <a:spcPts val="0"/>
              </a:spcAft>
              <a:buSzPts val="1400"/>
              <a:buNone/>
              <a:defRPr/>
            </a:lvl5pPr>
            <a:lvl6pPr indent="-228600" lvl="5" marL="2743200" algn="l">
              <a:lnSpc>
                <a:spcPct val="115000"/>
              </a:lnSpc>
              <a:spcBef>
                <a:spcPts val="0"/>
              </a:spcBef>
              <a:spcAft>
                <a:spcPts val="0"/>
              </a:spcAft>
              <a:buSzPts val="1400"/>
              <a:buNone/>
              <a:defRPr/>
            </a:lvl6pPr>
            <a:lvl7pPr indent="-228600" lvl="6" marL="3200400" algn="l">
              <a:lnSpc>
                <a:spcPct val="115000"/>
              </a:lnSpc>
              <a:spcBef>
                <a:spcPts val="0"/>
              </a:spcBef>
              <a:spcAft>
                <a:spcPts val="0"/>
              </a:spcAft>
              <a:buSzPts val="1400"/>
              <a:buNone/>
              <a:defRPr/>
            </a:lvl7pPr>
            <a:lvl8pPr indent="-228600" lvl="7" marL="3657600" algn="l">
              <a:lnSpc>
                <a:spcPct val="115000"/>
              </a:lnSpc>
              <a:spcBef>
                <a:spcPts val="0"/>
              </a:spcBef>
              <a:spcAft>
                <a:spcPts val="0"/>
              </a:spcAft>
              <a:buSzPts val="1400"/>
              <a:buNone/>
              <a:defRPr/>
            </a:lvl8pPr>
            <a:lvl9pPr indent="-228600" lvl="8" marL="4114800" algn="l">
              <a:lnSpc>
                <a:spcPct val="115000"/>
              </a:lnSpc>
              <a:spcBef>
                <a:spcPts val="0"/>
              </a:spcBef>
              <a:spcAft>
                <a:spcPts val="0"/>
              </a:spcAft>
              <a:buSzPts val="1400"/>
              <a:buNone/>
              <a:defRPr/>
            </a:lvl9pPr>
          </a:lstStyle>
          <a:p/>
        </p:txBody>
      </p:sp>
      <p:sp>
        <p:nvSpPr>
          <p:cNvPr id="40" name="Google Shape;40;gf59b91e696_0_41"/>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1" name="Google Shape;41;gf59b91e696_0_41"/>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 name="Google Shape;42;gf59b91e696_0_41"/>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800">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 name="Shape 43"/>
        <p:cNvGrpSpPr/>
        <p:nvPr/>
      </p:nvGrpSpPr>
      <p:grpSpPr>
        <a:xfrm>
          <a:off x="0" y="0"/>
          <a:ext cx="0" cy="0"/>
          <a:chOff x="0" y="0"/>
          <a:chExt cx="0" cy="0"/>
        </a:xfrm>
      </p:grpSpPr>
      <p:sp>
        <p:nvSpPr>
          <p:cNvPr id="44" name="Google Shape;44;p3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5" name="Google Shape;45;p3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6" name="Google Shape;4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9" name="Google Shape;49;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0" name="Google Shape;5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4" name="Google Shape;54;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6" name="Google Shape;5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9" name="Google Shape;5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2" name="Google Shape;62;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63" name="Google Shape;63;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64" name="Shape 64"/>
        <p:cNvGrpSpPr/>
        <p:nvPr/>
      </p:nvGrpSpPr>
      <p:grpSpPr>
        <a:xfrm>
          <a:off x="0" y="0"/>
          <a:ext cx="0" cy="0"/>
          <a:chOff x="0" y="0"/>
          <a:chExt cx="0" cy="0"/>
        </a:xfrm>
      </p:grpSpPr>
      <p:sp>
        <p:nvSpPr>
          <p:cNvPr id="65" name="Google Shape;65;p38"/>
          <p:cNvSpPr/>
          <p:nvPr/>
        </p:nvSpPr>
        <p:spPr>
          <a:xfrm>
            <a:off x="9" y="-962172"/>
            <a:ext cx="9233805" cy="6330149"/>
          </a:xfrm>
          <a:custGeom>
            <a:rect b="b" l="l" r="r" t="t"/>
            <a:pathLst>
              <a:path extrusionOk="0" h="72886" w="106319">
                <a:moveTo>
                  <a:pt x="98047" y="17578"/>
                </a:moveTo>
                <a:cubicBezTo>
                  <a:pt x="90726" y="25294"/>
                  <a:pt x="78229" y="26537"/>
                  <a:pt x="85120" y="17578"/>
                </a:cubicBezTo>
                <a:cubicBezTo>
                  <a:pt x="89094" y="12414"/>
                  <a:pt x="90660" y="5194"/>
                  <a:pt x="91276" y="1"/>
                </a:cubicBezTo>
                <a:lnTo>
                  <a:pt x="0" y="1"/>
                </a:lnTo>
                <a:lnTo>
                  <a:pt x="0" y="64267"/>
                </a:lnTo>
                <a:cubicBezTo>
                  <a:pt x="1853" y="61996"/>
                  <a:pt x="5128" y="58082"/>
                  <a:pt x="7238" y="50485"/>
                </a:cubicBezTo>
                <a:cubicBezTo>
                  <a:pt x="12754" y="30673"/>
                  <a:pt x="28951" y="29985"/>
                  <a:pt x="35083" y="37217"/>
                </a:cubicBezTo>
                <a:cubicBezTo>
                  <a:pt x="41980" y="45357"/>
                  <a:pt x="33105" y="66114"/>
                  <a:pt x="48531" y="72886"/>
                </a:cubicBezTo>
                <a:lnTo>
                  <a:pt x="106319" y="72886"/>
                </a:lnTo>
                <a:lnTo>
                  <a:pt x="106319" y="1"/>
                </a:lnTo>
                <a:lnTo>
                  <a:pt x="105877" y="1"/>
                </a:lnTo>
                <a:cubicBezTo>
                  <a:pt x="105106" y="4399"/>
                  <a:pt x="103086" y="12271"/>
                  <a:pt x="98047" y="17578"/>
                </a:cubicBezTo>
                <a:close/>
              </a:path>
            </a:pathLst>
          </a:custGeom>
          <a:gradFill>
            <a:gsLst>
              <a:gs pos="0">
                <a:srgbClr val="FFFEFE"/>
              </a:gs>
              <a:gs pos="65000">
                <a:srgbClr val="ECECEC"/>
              </a:gs>
              <a:gs pos="100000">
                <a:schemeClr val="accent3"/>
              </a:gs>
            </a:gsLst>
            <a:lin ang="5400700" scaled="0"/>
          </a:gradFill>
          <a:ln>
            <a:noFill/>
          </a:ln>
          <a:effectLst>
            <a:outerShdw blurRad="57150" rotWithShape="0" algn="bl" dist="19050">
              <a:srgbClr val="B7B7B7">
                <a:alpha val="6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 name="Google Shape;66;p38"/>
          <p:cNvGrpSpPr/>
          <p:nvPr/>
        </p:nvGrpSpPr>
        <p:grpSpPr>
          <a:xfrm>
            <a:off x="3247824" y="-408375"/>
            <a:ext cx="5985963" cy="5776828"/>
            <a:chOff x="2407800" y="3054100"/>
            <a:chExt cx="1723075" cy="1662875"/>
          </a:xfrm>
        </p:grpSpPr>
        <p:sp>
          <p:nvSpPr>
            <p:cNvPr id="67" name="Google Shape;67;p38"/>
            <p:cNvSpPr/>
            <p:nvPr/>
          </p:nvSpPr>
          <p:spPr>
            <a:xfrm>
              <a:off x="2407800" y="3054100"/>
              <a:ext cx="1723075" cy="1662725"/>
            </a:xfrm>
            <a:custGeom>
              <a:rect b="b" l="l" r="r" t="t"/>
              <a:pathLst>
                <a:path extrusionOk="0" h="66509" w="68923">
                  <a:moveTo>
                    <a:pt x="68923" y="1"/>
                  </a:moveTo>
                  <a:cubicBezTo>
                    <a:pt x="68923" y="1"/>
                    <a:pt x="66682" y="14476"/>
                    <a:pt x="52039" y="20507"/>
                  </a:cubicBezTo>
                  <a:cubicBezTo>
                    <a:pt x="37396" y="26537"/>
                    <a:pt x="26877" y="21194"/>
                    <a:pt x="16543" y="24296"/>
                  </a:cubicBezTo>
                  <a:cubicBezTo>
                    <a:pt x="6204" y="27398"/>
                    <a:pt x="0" y="40839"/>
                    <a:pt x="6204" y="52900"/>
                  </a:cubicBezTo>
                  <a:cubicBezTo>
                    <a:pt x="12408" y="64961"/>
                    <a:pt x="24642" y="66509"/>
                    <a:pt x="24642" y="66509"/>
                  </a:cubicBezTo>
                  <a:lnTo>
                    <a:pt x="68923" y="66509"/>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5400000" dist="19050">
                <a:srgbClr val="999999">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8"/>
            <p:cNvSpPr/>
            <p:nvPr/>
          </p:nvSpPr>
          <p:spPr>
            <a:xfrm>
              <a:off x="2584850" y="3364300"/>
              <a:ext cx="1546025" cy="1352675"/>
            </a:xfrm>
            <a:custGeom>
              <a:rect b="b" l="l" r="r" t="t"/>
              <a:pathLst>
                <a:path extrusionOk="0" h="54107" w="61841">
                  <a:moveTo>
                    <a:pt x="61841" y="0"/>
                  </a:moveTo>
                  <a:cubicBezTo>
                    <a:pt x="61841" y="0"/>
                    <a:pt x="58566" y="8439"/>
                    <a:pt x="40815" y="11888"/>
                  </a:cubicBezTo>
                  <a:cubicBezTo>
                    <a:pt x="23070" y="15336"/>
                    <a:pt x="7943" y="12426"/>
                    <a:pt x="4118" y="27050"/>
                  </a:cubicBezTo>
                  <a:cubicBezTo>
                    <a:pt x="0" y="42781"/>
                    <a:pt x="17554" y="54107"/>
                    <a:pt x="17554" y="54107"/>
                  </a:cubicBezTo>
                  <a:lnTo>
                    <a:pt x="61841" y="54107"/>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10800000" dist="19050">
                <a:srgbClr val="B7B7B7">
                  <a:alpha val="4078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8"/>
            <p:cNvSpPr/>
            <p:nvPr/>
          </p:nvSpPr>
          <p:spPr>
            <a:xfrm>
              <a:off x="2799700" y="3644300"/>
              <a:ext cx="1331175" cy="1072525"/>
            </a:xfrm>
            <a:custGeom>
              <a:rect b="b" l="l" r="r" t="t"/>
              <a:pathLst>
                <a:path extrusionOk="0" h="42901" w="53247">
                  <a:moveTo>
                    <a:pt x="53247" y="0"/>
                  </a:moveTo>
                  <a:cubicBezTo>
                    <a:pt x="53247" y="0"/>
                    <a:pt x="49625" y="4363"/>
                    <a:pt x="32568" y="5021"/>
                  </a:cubicBezTo>
                  <a:cubicBezTo>
                    <a:pt x="15510" y="5684"/>
                    <a:pt x="3790" y="6270"/>
                    <a:pt x="1895" y="19502"/>
                  </a:cubicBezTo>
                  <a:cubicBezTo>
                    <a:pt x="1" y="32734"/>
                    <a:pt x="10687" y="42901"/>
                    <a:pt x="10687" y="42901"/>
                  </a:cubicBezTo>
                  <a:lnTo>
                    <a:pt x="53247" y="4290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10800000" dist="19050">
                <a:srgbClr val="B7B7B7">
                  <a:alpha val="40784"/>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8"/>
            <p:cNvSpPr/>
            <p:nvPr/>
          </p:nvSpPr>
          <p:spPr>
            <a:xfrm>
              <a:off x="2799700" y="3644300"/>
              <a:ext cx="1331175" cy="1072525"/>
            </a:xfrm>
            <a:custGeom>
              <a:rect b="b" l="l" r="r" t="t"/>
              <a:pathLst>
                <a:path extrusionOk="0" fill="none" h="42901" w="53247">
                  <a:moveTo>
                    <a:pt x="53247" y="0"/>
                  </a:moveTo>
                  <a:cubicBezTo>
                    <a:pt x="53247" y="0"/>
                    <a:pt x="49625" y="4363"/>
                    <a:pt x="32568" y="5021"/>
                  </a:cubicBezTo>
                  <a:cubicBezTo>
                    <a:pt x="15510" y="5684"/>
                    <a:pt x="3790" y="6270"/>
                    <a:pt x="1895" y="19502"/>
                  </a:cubicBezTo>
                  <a:cubicBezTo>
                    <a:pt x="1" y="32734"/>
                    <a:pt x="10687" y="42901"/>
                    <a:pt x="10687" y="4290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8"/>
            <p:cNvSpPr/>
            <p:nvPr/>
          </p:nvSpPr>
          <p:spPr>
            <a:xfrm>
              <a:off x="2584850" y="3364300"/>
              <a:ext cx="1546025" cy="1352675"/>
            </a:xfrm>
            <a:custGeom>
              <a:rect b="b" l="l" r="r" t="t"/>
              <a:pathLst>
                <a:path extrusionOk="0" fill="none" h="54107" w="61841">
                  <a:moveTo>
                    <a:pt x="61841" y="0"/>
                  </a:moveTo>
                  <a:cubicBezTo>
                    <a:pt x="61841" y="0"/>
                    <a:pt x="58566" y="8439"/>
                    <a:pt x="40815" y="11888"/>
                  </a:cubicBezTo>
                  <a:cubicBezTo>
                    <a:pt x="23070" y="15336"/>
                    <a:pt x="7943" y="12426"/>
                    <a:pt x="4118" y="27050"/>
                  </a:cubicBezTo>
                  <a:cubicBezTo>
                    <a:pt x="0" y="42781"/>
                    <a:pt x="17554" y="54107"/>
                    <a:pt x="17554" y="54107"/>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8"/>
            <p:cNvSpPr/>
            <p:nvPr/>
          </p:nvSpPr>
          <p:spPr>
            <a:xfrm>
              <a:off x="2407800" y="3054100"/>
              <a:ext cx="1723075" cy="1662725"/>
            </a:xfrm>
            <a:custGeom>
              <a:rect b="b" l="l" r="r" t="t"/>
              <a:pathLst>
                <a:path extrusionOk="0" fill="none" h="66509" w="68923">
                  <a:moveTo>
                    <a:pt x="68923" y="1"/>
                  </a:moveTo>
                  <a:cubicBezTo>
                    <a:pt x="68923" y="1"/>
                    <a:pt x="66682" y="14476"/>
                    <a:pt x="52039" y="20507"/>
                  </a:cubicBezTo>
                  <a:cubicBezTo>
                    <a:pt x="37396" y="26537"/>
                    <a:pt x="26877" y="21194"/>
                    <a:pt x="16543" y="24296"/>
                  </a:cubicBezTo>
                  <a:cubicBezTo>
                    <a:pt x="6204" y="27398"/>
                    <a:pt x="0" y="40839"/>
                    <a:pt x="6204" y="52900"/>
                  </a:cubicBezTo>
                  <a:cubicBezTo>
                    <a:pt x="12408" y="64961"/>
                    <a:pt x="24642" y="66509"/>
                    <a:pt x="24642" y="66509"/>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3" name="Google Shape;73;p38"/>
          <p:cNvGrpSpPr/>
          <p:nvPr/>
        </p:nvGrpSpPr>
        <p:grpSpPr>
          <a:xfrm>
            <a:off x="-17" y="-962218"/>
            <a:ext cx="7767430" cy="4298033"/>
            <a:chOff x="1472900" y="2894675"/>
            <a:chExt cx="2235875" cy="1237200"/>
          </a:xfrm>
        </p:grpSpPr>
        <p:sp>
          <p:nvSpPr>
            <p:cNvPr id="74" name="Google Shape;74;p38"/>
            <p:cNvSpPr/>
            <p:nvPr/>
          </p:nvSpPr>
          <p:spPr>
            <a:xfrm>
              <a:off x="1472900" y="2894675"/>
              <a:ext cx="2235875" cy="1237200"/>
            </a:xfrm>
            <a:custGeom>
              <a:rect b="b" l="l" r="r" t="t"/>
              <a:pathLst>
                <a:path extrusionOk="0" h="49488" w="89435">
                  <a:moveTo>
                    <a:pt x="0" y="49487"/>
                  </a:moveTo>
                  <a:cubicBezTo>
                    <a:pt x="0" y="49487"/>
                    <a:pt x="4190" y="33691"/>
                    <a:pt x="19992" y="27224"/>
                  </a:cubicBezTo>
                  <a:cubicBezTo>
                    <a:pt x="38944" y="19473"/>
                    <a:pt x="46331" y="28665"/>
                    <a:pt x="65827" y="23608"/>
                  </a:cubicBezTo>
                  <a:cubicBezTo>
                    <a:pt x="85317" y="18546"/>
                    <a:pt x="89435" y="1"/>
                    <a:pt x="89435" y="1"/>
                  </a:cubicBezTo>
                  <a:lnTo>
                    <a:pt x="6"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8820000" dist="19050">
                <a:srgbClr val="B7B7B7">
                  <a:alpha val="4431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8"/>
            <p:cNvSpPr/>
            <p:nvPr/>
          </p:nvSpPr>
          <p:spPr>
            <a:xfrm>
              <a:off x="1472900" y="2894675"/>
              <a:ext cx="1990250" cy="1016650"/>
            </a:xfrm>
            <a:custGeom>
              <a:rect b="b" l="l" r="r" t="t"/>
              <a:pathLst>
                <a:path extrusionOk="0" h="40666" w="79610">
                  <a:moveTo>
                    <a:pt x="0" y="40666"/>
                  </a:moveTo>
                  <a:cubicBezTo>
                    <a:pt x="0" y="40666"/>
                    <a:pt x="2743" y="28975"/>
                    <a:pt x="17410" y="23608"/>
                  </a:cubicBezTo>
                  <a:cubicBezTo>
                    <a:pt x="31109" y="18594"/>
                    <a:pt x="41508" y="24887"/>
                    <a:pt x="59342" y="20261"/>
                  </a:cubicBezTo>
                  <a:cubicBezTo>
                    <a:pt x="77177" y="15630"/>
                    <a:pt x="79609" y="1"/>
                    <a:pt x="79609" y="1"/>
                  </a:cubicBezTo>
                  <a:lnTo>
                    <a:pt x="0"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6600000" dist="19050">
                <a:srgbClr val="B7B7B7">
                  <a:alpha val="4235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8"/>
            <p:cNvSpPr/>
            <p:nvPr/>
          </p:nvSpPr>
          <p:spPr>
            <a:xfrm>
              <a:off x="1472900" y="2894675"/>
              <a:ext cx="1754175" cy="766825"/>
            </a:xfrm>
            <a:custGeom>
              <a:rect b="b" l="l" r="r" t="t"/>
              <a:pathLst>
                <a:path extrusionOk="0" h="30673" w="70167">
                  <a:moveTo>
                    <a:pt x="0" y="30673"/>
                  </a:moveTo>
                  <a:cubicBezTo>
                    <a:pt x="0" y="30673"/>
                    <a:pt x="4136" y="22228"/>
                    <a:pt x="16436" y="18953"/>
                  </a:cubicBezTo>
                  <a:cubicBezTo>
                    <a:pt x="28443" y="15761"/>
                    <a:pt x="35352" y="21194"/>
                    <a:pt x="50539" y="17255"/>
                  </a:cubicBezTo>
                  <a:cubicBezTo>
                    <a:pt x="65725" y="13311"/>
                    <a:pt x="70166" y="1"/>
                    <a:pt x="70166" y="1"/>
                  </a:cubicBezTo>
                  <a:lnTo>
                    <a:pt x="0" y="1"/>
                  </a:lnTo>
                  <a:close/>
                </a:path>
              </a:pathLst>
            </a:custGeom>
            <a:gradFill>
              <a:gsLst>
                <a:gs pos="0">
                  <a:srgbClr val="FFFEFE"/>
                </a:gs>
                <a:gs pos="65000">
                  <a:srgbClr val="ECECEC"/>
                </a:gs>
                <a:gs pos="100000">
                  <a:schemeClr val="accent3"/>
                </a:gs>
              </a:gsLst>
              <a:lin ang="5400700" scaled="0"/>
            </a:gradFill>
            <a:ln>
              <a:noFill/>
            </a:ln>
            <a:effectLst>
              <a:outerShdw blurRad="57150" rotWithShape="0" algn="bl" dir="2580000" dist="19050">
                <a:srgbClr val="D9D9D9">
                  <a:alpha val="4235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8"/>
            <p:cNvSpPr/>
            <p:nvPr/>
          </p:nvSpPr>
          <p:spPr>
            <a:xfrm>
              <a:off x="1472900" y="2894675"/>
              <a:ext cx="1754175" cy="766825"/>
            </a:xfrm>
            <a:custGeom>
              <a:rect b="b" l="l" r="r" t="t"/>
              <a:pathLst>
                <a:path extrusionOk="0" fill="none" h="30673" w="70167">
                  <a:moveTo>
                    <a:pt x="0" y="30673"/>
                  </a:moveTo>
                  <a:cubicBezTo>
                    <a:pt x="0" y="30673"/>
                    <a:pt x="4136" y="22228"/>
                    <a:pt x="16436" y="18953"/>
                  </a:cubicBezTo>
                  <a:cubicBezTo>
                    <a:pt x="28443" y="15761"/>
                    <a:pt x="35352" y="21194"/>
                    <a:pt x="50539" y="17255"/>
                  </a:cubicBezTo>
                  <a:cubicBezTo>
                    <a:pt x="65725" y="13311"/>
                    <a:pt x="70166" y="1"/>
                    <a:pt x="70166"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8"/>
            <p:cNvSpPr/>
            <p:nvPr/>
          </p:nvSpPr>
          <p:spPr>
            <a:xfrm>
              <a:off x="1472900" y="2894675"/>
              <a:ext cx="1990250" cy="1016650"/>
            </a:xfrm>
            <a:custGeom>
              <a:rect b="b" l="l" r="r" t="t"/>
              <a:pathLst>
                <a:path extrusionOk="0" fill="none" h="40666" w="79610">
                  <a:moveTo>
                    <a:pt x="0" y="40666"/>
                  </a:moveTo>
                  <a:cubicBezTo>
                    <a:pt x="0" y="40666"/>
                    <a:pt x="2743" y="28975"/>
                    <a:pt x="17410" y="23608"/>
                  </a:cubicBezTo>
                  <a:cubicBezTo>
                    <a:pt x="31109" y="18594"/>
                    <a:pt x="41508" y="24887"/>
                    <a:pt x="59342" y="20261"/>
                  </a:cubicBezTo>
                  <a:cubicBezTo>
                    <a:pt x="77177" y="15630"/>
                    <a:pt x="79609" y="1"/>
                    <a:pt x="79609"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8"/>
            <p:cNvSpPr/>
            <p:nvPr/>
          </p:nvSpPr>
          <p:spPr>
            <a:xfrm>
              <a:off x="1472900" y="2894675"/>
              <a:ext cx="2235875" cy="1237200"/>
            </a:xfrm>
            <a:custGeom>
              <a:rect b="b" l="l" r="r" t="t"/>
              <a:pathLst>
                <a:path extrusionOk="0" fill="none" h="49488" w="89435">
                  <a:moveTo>
                    <a:pt x="0" y="49487"/>
                  </a:moveTo>
                  <a:cubicBezTo>
                    <a:pt x="0" y="49487"/>
                    <a:pt x="4190" y="33691"/>
                    <a:pt x="19992" y="27224"/>
                  </a:cubicBezTo>
                  <a:cubicBezTo>
                    <a:pt x="38944" y="19473"/>
                    <a:pt x="46331" y="28665"/>
                    <a:pt x="65827" y="23608"/>
                  </a:cubicBezTo>
                  <a:cubicBezTo>
                    <a:pt x="85317" y="18546"/>
                    <a:pt x="89435" y="1"/>
                    <a:pt x="89435" y="1"/>
                  </a:cubicBezTo>
                </a:path>
              </a:pathLst>
            </a:custGeom>
            <a:gradFill>
              <a:gsLst>
                <a:gs pos="0">
                  <a:srgbClr val="FFFEFE"/>
                </a:gs>
                <a:gs pos="65000">
                  <a:srgbClr val="ECECEC"/>
                </a:gs>
                <a:gs pos="100000">
                  <a:schemeClr val="accent3"/>
                </a:gs>
              </a:gsLst>
              <a:lin ang="5400700" scaled="0"/>
            </a:gradFill>
            <a:ln cap="flat" cmpd="sng" w="9525">
              <a:solidFill>
                <a:srgbClr val="FFFFFF"/>
              </a:solidFill>
              <a:prstDash val="solid"/>
              <a:miter lim="5976"/>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0" name="Google Shape;80;p38"/>
          <p:cNvSpPr/>
          <p:nvPr/>
        </p:nvSpPr>
        <p:spPr>
          <a:xfrm>
            <a:off x="720000" y="995250"/>
            <a:ext cx="3706500" cy="3153000"/>
          </a:xfrm>
          <a:prstGeom prst="roundRect">
            <a:avLst>
              <a:gd fmla="val 8467" name="adj"/>
            </a:avLst>
          </a:prstGeom>
          <a:solidFill>
            <a:schemeClr val="lt2"/>
          </a:solidFill>
          <a:ln>
            <a:noFill/>
          </a:ln>
          <a:effectLst>
            <a:outerShdw blurRad="185738" rotWithShape="0" algn="bl" dir="6120000" dist="66675">
              <a:srgbClr val="999999">
                <a:alpha val="5137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8"/>
          <p:cNvSpPr txBox="1"/>
          <p:nvPr>
            <p:ph type="title"/>
          </p:nvPr>
        </p:nvSpPr>
        <p:spPr>
          <a:xfrm>
            <a:off x="1169275" y="1377288"/>
            <a:ext cx="2808000" cy="465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2" name="Google Shape;82;p38"/>
          <p:cNvSpPr txBox="1"/>
          <p:nvPr>
            <p:ph idx="1" type="subTitle"/>
          </p:nvPr>
        </p:nvSpPr>
        <p:spPr>
          <a:xfrm>
            <a:off x="1169275" y="1948813"/>
            <a:ext cx="2808000" cy="18174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Clr>
                <a:schemeClr val="dk1"/>
              </a:buClr>
              <a:buSzPts val="20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3" name="Google Shape;83;p3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Subtitle">
  <p:cSld name="Title-Subtitle">
    <p:spTree>
      <p:nvGrpSpPr>
        <p:cNvPr id="84" name="Shape 84"/>
        <p:cNvGrpSpPr/>
        <p:nvPr/>
      </p:nvGrpSpPr>
      <p:grpSpPr>
        <a:xfrm>
          <a:off x="0" y="0"/>
          <a:ext cx="0" cy="0"/>
          <a:chOff x="0" y="0"/>
          <a:chExt cx="0" cy="0"/>
        </a:xfrm>
      </p:grpSpPr>
      <p:sp>
        <p:nvSpPr>
          <p:cNvPr id="85" name="Google Shape;85;p39"/>
          <p:cNvSpPr txBox="1"/>
          <p:nvPr>
            <p:ph idx="1" type="body"/>
          </p:nvPr>
        </p:nvSpPr>
        <p:spPr>
          <a:xfrm>
            <a:off x="387819" y="730530"/>
            <a:ext cx="8368500" cy="173400"/>
          </a:xfrm>
          <a:prstGeom prst="rect">
            <a:avLst/>
          </a:prstGeom>
          <a:noFill/>
          <a:ln>
            <a:noFill/>
          </a:ln>
        </p:spPr>
        <p:txBody>
          <a:bodyPr anchorCtr="0" anchor="ctr" bIns="0" lIns="0" spcFirstLastPara="1" rIns="0" wrap="square" tIns="0">
            <a:normAutofit/>
          </a:bodyPr>
          <a:lstStyle>
            <a:lvl1pPr indent="-228600" lvl="0" marL="457200" marR="0" algn="l">
              <a:lnSpc>
                <a:spcPct val="115000"/>
              </a:lnSpc>
              <a:spcBef>
                <a:spcPts val="220"/>
              </a:spcBef>
              <a:spcAft>
                <a:spcPts val="0"/>
              </a:spcAft>
              <a:buClr>
                <a:srgbClr val="7F7F7F"/>
              </a:buClr>
              <a:buSzPts val="1100"/>
              <a:buFont typeface="Arial"/>
              <a:buNone/>
              <a:defRPr b="0" i="0" sz="1100" u="none" cap="none" strike="noStrike">
                <a:solidFill>
                  <a:srgbClr val="7F7F7F"/>
                </a:solidFill>
                <a:latin typeface="Roboto"/>
                <a:ea typeface="Roboto"/>
                <a:cs typeface="Roboto"/>
                <a:sym typeface="Roboto"/>
              </a:defRPr>
            </a:lvl1pPr>
            <a:lvl2pPr indent="-228600" lvl="1" marL="914400" marR="0" algn="l">
              <a:lnSpc>
                <a:spcPct val="115000"/>
              </a:lnSpc>
              <a:spcBef>
                <a:spcPts val="12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2pPr>
            <a:lvl3pPr indent="-228600" lvl="2" marL="1371600" marR="0" algn="l">
              <a:lnSpc>
                <a:spcPct val="115000"/>
              </a:lnSpc>
              <a:spcBef>
                <a:spcPts val="1200"/>
              </a:spcBef>
              <a:spcAft>
                <a:spcPts val="0"/>
              </a:spcAft>
              <a:buClr>
                <a:schemeClr val="dk1"/>
              </a:buClr>
              <a:buSzPts val="1000"/>
              <a:buFont typeface="Arial"/>
              <a:buNone/>
              <a:defRPr b="0" i="0" sz="1000" u="none" cap="none" strike="noStrike">
                <a:solidFill>
                  <a:schemeClr val="dk1"/>
                </a:solidFill>
                <a:latin typeface="Roboto"/>
                <a:ea typeface="Roboto"/>
                <a:cs typeface="Roboto"/>
                <a:sym typeface="Roboto"/>
              </a:defRPr>
            </a:lvl3pPr>
            <a:lvl4pPr indent="-228600" lvl="3" marL="18288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4pPr>
            <a:lvl5pPr indent="-228600" lvl="4" marL="22860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5pPr>
            <a:lvl6pPr indent="-228600" lvl="5" marL="27432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6pPr>
            <a:lvl7pPr indent="-228600" lvl="6" marL="32004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7pPr>
            <a:lvl8pPr indent="-228600" lvl="7" marL="3657600" marR="0" algn="l">
              <a:lnSpc>
                <a:spcPct val="115000"/>
              </a:lnSpc>
              <a:spcBef>
                <a:spcPts val="1200"/>
              </a:spcBef>
              <a:spcAft>
                <a:spcPts val="0"/>
              </a:spcAft>
              <a:buClr>
                <a:schemeClr val="dk1"/>
              </a:buClr>
              <a:buSzPts val="900"/>
              <a:buFont typeface="Arial"/>
              <a:buNone/>
              <a:defRPr b="0" i="0" sz="900" u="none" cap="none" strike="noStrike">
                <a:solidFill>
                  <a:schemeClr val="dk1"/>
                </a:solidFill>
                <a:latin typeface="Roboto"/>
                <a:ea typeface="Roboto"/>
                <a:cs typeface="Roboto"/>
                <a:sym typeface="Roboto"/>
              </a:defRPr>
            </a:lvl8pPr>
            <a:lvl9pPr indent="-228600" lvl="8" marL="4114800" marR="0" algn="l">
              <a:lnSpc>
                <a:spcPct val="115000"/>
              </a:lnSpc>
              <a:spcBef>
                <a:spcPts val="1200"/>
              </a:spcBef>
              <a:spcAft>
                <a:spcPts val="1200"/>
              </a:spcAft>
              <a:buClr>
                <a:schemeClr val="dk1"/>
              </a:buClr>
              <a:buSzPts val="900"/>
              <a:buFont typeface="Arial"/>
              <a:buNone/>
              <a:defRPr b="0" i="0" sz="900" u="none" cap="none" strike="noStrike">
                <a:solidFill>
                  <a:schemeClr val="dk1"/>
                </a:solidFill>
                <a:latin typeface="Roboto"/>
                <a:ea typeface="Roboto"/>
                <a:cs typeface="Roboto"/>
                <a:sym typeface="Roboto"/>
              </a:defRPr>
            </a:lvl9pPr>
          </a:lstStyle>
          <a:p/>
        </p:txBody>
      </p:sp>
      <p:sp>
        <p:nvSpPr>
          <p:cNvPr id="86" name="Google Shape;86;p39"/>
          <p:cNvSpPr txBox="1"/>
          <p:nvPr>
            <p:ph type="title"/>
          </p:nvPr>
        </p:nvSpPr>
        <p:spPr>
          <a:xfrm>
            <a:off x="387819" y="282611"/>
            <a:ext cx="8368500" cy="409500"/>
          </a:xfrm>
          <a:prstGeom prst="rect">
            <a:avLst/>
          </a:prstGeom>
          <a:noFill/>
          <a:ln>
            <a:noFill/>
          </a:ln>
        </p:spPr>
        <p:txBody>
          <a:bodyPr anchorCtr="0" anchor="ctr" bIns="0" lIns="0" spcFirstLastPara="1" rIns="0" wrap="square" tIns="0">
            <a:normAutofit/>
          </a:bodyPr>
          <a:lstStyle>
            <a:lvl1pPr lvl="0" marR="0" algn="l">
              <a:lnSpc>
                <a:spcPct val="100000"/>
              </a:lnSpc>
              <a:spcBef>
                <a:spcPts val="0"/>
              </a:spcBef>
              <a:spcAft>
                <a:spcPts val="0"/>
              </a:spcAft>
              <a:buClr>
                <a:srgbClr val="5B5B5B"/>
              </a:buClr>
              <a:buSzPts val="2800"/>
              <a:buFont typeface="Roboto"/>
              <a:buNone/>
              <a:defRPr b="0" i="0" sz="2800" u="none" cap="none" strike="noStrike">
                <a:solidFill>
                  <a:srgbClr val="5B5B5B"/>
                </a:solidFill>
                <a:latin typeface="Roboto"/>
                <a:ea typeface="Roboto"/>
                <a:cs typeface="Roboto"/>
                <a:sym typeface="Roboto"/>
              </a:defRPr>
            </a:lvl1pPr>
            <a:lvl2pPr lvl="1" algn="l">
              <a:lnSpc>
                <a:spcPct val="100000"/>
              </a:lnSpc>
              <a:spcBef>
                <a:spcPts val="0"/>
              </a:spcBef>
              <a:spcAft>
                <a:spcPts val="0"/>
              </a:spcAft>
              <a:buSzPts val="2800"/>
              <a:buNone/>
              <a:defRPr sz="1800"/>
            </a:lvl2pPr>
            <a:lvl3pPr lvl="2" algn="l">
              <a:lnSpc>
                <a:spcPct val="100000"/>
              </a:lnSpc>
              <a:spcBef>
                <a:spcPts val="0"/>
              </a:spcBef>
              <a:spcAft>
                <a:spcPts val="0"/>
              </a:spcAft>
              <a:buSzPts val="2800"/>
              <a:buNone/>
              <a:defRPr sz="1800"/>
            </a:lvl3pPr>
            <a:lvl4pPr lvl="3" algn="l">
              <a:lnSpc>
                <a:spcPct val="100000"/>
              </a:lnSpc>
              <a:spcBef>
                <a:spcPts val="0"/>
              </a:spcBef>
              <a:spcAft>
                <a:spcPts val="0"/>
              </a:spcAft>
              <a:buSzPts val="2800"/>
              <a:buNone/>
              <a:defRPr sz="1800"/>
            </a:lvl4pPr>
            <a:lvl5pPr lvl="4" algn="l">
              <a:lnSpc>
                <a:spcPct val="100000"/>
              </a:lnSpc>
              <a:spcBef>
                <a:spcPts val="0"/>
              </a:spcBef>
              <a:spcAft>
                <a:spcPts val="0"/>
              </a:spcAft>
              <a:buSzPts val="2800"/>
              <a:buNone/>
              <a:defRPr sz="1800"/>
            </a:lvl5pPr>
            <a:lvl6pPr lvl="5" algn="l">
              <a:lnSpc>
                <a:spcPct val="100000"/>
              </a:lnSpc>
              <a:spcBef>
                <a:spcPts val="0"/>
              </a:spcBef>
              <a:spcAft>
                <a:spcPts val="0"/>
              </a:spcAft>
              <a:buSzPts val="2800"/>
              <a:buNone/>
              <a:defRPr sz="1800"/>
            </a:lvl6pPr>
            <a:lvl7pPr lvl="6" algn="l">
              <a:lnSpc>
                <a:spcPct val="100000"/>
              </a:lnSpc>
              <a:spcBef>
                <a:spcPts val="0"/>
              </a:spcBef>
              <a:spcAft>
                <a:spcPts val="0"/>
              </a:spcAft>
              <a:buSzPts val="2800"/>
              <a:buNone/>
              <a:defRPr sz="1800"/>
            </a:lvl7pPr>
            <a:lvl8pPr lvl="7" algn="l">
              <a:lnSpc>
                <a:spcPct val="100000"/>
              </a:lnSpc>
              <a:spcBef>
                <a:spcPts val="0"/>
              </a:spcBef>
              <a:spcAft>
                <a:spcPts val="0"/>
              </a:spcAft>
              <a:buSzPts val="2800"/>
              <a:buNone/>
              <a:defRPr sz="1800"/>
            </a:lvl8pPr>
            <a:lvl9pPr lvl="8" algn="l">
              <a:lnSpc>
                <a:spcPct val="100000"/>
              </a:lnSpc>
              <a:spcBef>
                <a:spcPts val="0"/>
              </a:spcBef>
              <a:spcAft>
                <a:spcPts val="0"/>
              </a:spcAft>
              <a:buSzPts val="2800"/>
              <a:buNone/>
              <a:defRPr sz="1800"/>
            </a:lvl9pPr>
          </a:lstStyle>
          <a:p/>
        </p:txBody>
      </p:sp>
      <p:sp>
        <p:nvSpPr>
          <p:cNvPr id="87" name="Google Shape;87;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7F7F7F"/>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88" name="Shape 88"/>
        <p:cNvGrpSpPr/>
        <p:nvPr/>
      </p:nvGrpSpPr>
      <p:grpSpPr>
        <a:xfrm>
          <a:off x="0" y="0"/>
          <a:ext cx="0" cy="0"/>
          <a:chOff x="0" y="0"/>
          <a:chExt cx="0" cy="0"/>
        </a:xfrm>
      </p:grpSpPr>
      <p:pic>
        <p:nvPicPr>
          <p:cNvPr descr="0001.png" id="89" name="Google Shape;89;p40"/>
          <p:cNvPicPr preferRelativeResize="0"/>
          <p:nvPr/>
        </p:nvPicPr>
        <p:blipFill rotWithShape="1">
          <a:blip r:embed="rId2">
            <a:alphaModFix/>
          </a:blip>
          <a:srcRect b="0" l="0" r="0" t="0"/>
          <a:stretch/>
        </p:blipFill>
        <p:spPr>
          <a:xfrm>
            <a:off x="0" y="-1"/>
            <a:ext cx="9144003" cy="5143502"/>
          </a:xfrm>
          <a:prstGeom prst="rect">
            <a:avLst/>
          </a:prstGeom>
          <a:noFill/>
          <a:ln>
            <a:noFill/>
          </a:ln>
        </p:spPr>
      </p:pic>
      <p:pic>
        <p:nvPicPr>
          <p:cNvPr descr="0002.png" id="90" name="Google Shape;90;p40"/>
          <p:cNvPicPr preferRelativeResize="0"/>
          <p:nvPr/>
        </p:nvPicPr>
        <p:blipFill rotWithShape="1">
          <a:blip r:embed="rId3">
            <a:alphaModFix/>
          </a:blip>
          <a:srcRect b="5453" l="0" r="31877" t="73562"/>
          <a:stretch/>
        </p:blipFill>
        <p:spPr>
          <a:xfrm>
            <a:off x="0" y="3783725"/>
            <a:ext cx="6228185" cy="1079222"/>
          </a:xfrm>
          <a:prstGeom prst="rect">
            <a:avLst/>
          </a:prstGeom>
          <a:noFill/>
          <a:ln>
            <a:noFill/>
          </a:ln>
        </p:spPr>
      </p:pic>
      <p:pic>
        <p:nvPicPr>
          <p:cNvPr descr="0002.png" id="91" name="Google Shape;91;p40"/>
          <p:cNvPicPr preferRelativeResize="0"/>
          <p:nvPr/>
        </p:nvPicPr>
        <p:blipFill rotWithShape="1">
          <a:blip r:embed="rId3">
            <a:alphaModFix/>
          </a:blip>
          <a:srcRect b="5455" l="68112" r="0" t="0"/>
          <a:stretch/>
        </p:blipFill>
        <p:spPr>
          <a:xfrm>
            <a:off x="6228184" y="0"/>
            <a:ext cx="2915815" cy="4862946"/>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omments" Target="../comments/commen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p:nvPr/>
        </p:nvSpPr>
        <p:spPr>
          <a:xfrm>
            <a:off x="0" y="140500"/>
            <a:ext cx="9204000" cy="46302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97" name="Google Shape;97;p1"/>
          <p:cNvSpPr txBox="1"/>
          <p:nvPr/>
        </p:nvSpPr>
        <p:spPr>
          <a:xfrm>
            <a:off x="535776" y="582375"/>
            <a:ext cx="8222400" cy="1046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    </a:t>
            </a:r>
            <a:endParaRPr b="1" i="0" sz="32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 </a:t>
            </a:r>
            <a:r>
              <a:rPr b="1" i="0" lang="en" sz="2600" u="none" cap="none" strike="noStrike">
                <a:solidFill>
                  <a:schemeClr val="lt1"/>
                </a:solidFill>
                <a:latin typeface="Roboto"/>
                <a:ea typeface="Roboto"/>
                <a:cs typeface="Roboto"/>
                <a:sym typeface="Roboto"/>
              </a:rPr>
              <a:t>A GIFT OF FIRE THIRD EDITION - SARA BAASE</a:t>
            </a:r>
            <a:endParaRPr b="1" i="0" sz="26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2600" u="none" cap="none" strike="noStrike">
                <a:solidFill>
                  <a:schemeClr val="lt1"/>
                </a:solidFill>
                <a:latin typeface="Roboto"/>
                <a:ea typeface="Roboto"/>
                <a:cs typeface="Roboto"/>
                <a:sym typeface="Roboto"/>
              </a:rPr>
              <a:t>CHAPTER </a:t>
            </a:r>
            <a:r>
              <a:rPr b="1" lang="en" sz="2600">
                <a:solidFill>
                  <a:schemeClr val="lt1"/>
                </a:solidFill>
                <a:latin typeface="Roboto"/>
                <a:ea typeface="Roboto"/>
                <a:cs typeface="Roboto"/>
                <a:sym typeface="Roboto"/>
              </a:rPr>
              <a:t>3</a:t>
            </a:r>
            <a:r>
              <a:rPr b="1" i="0" lang="en" sz="2600" u="none" cap="none" strike="noStrike">
                <a:solidFill>
                  <a:schemeClr val="lt1"/>
                </a:solidFill>
                <a:latin typeface="Roboto"/>
                <a:ea typeface="Roboto"/>
                <a:cs typeface="Roboto"/>
                <a:sym typeface="Roboto"/>
              </a:rPr>
              <a:t>: </a:t>
            </a:r>
            <a:r>
              <a:rPr b="1" lang="en" sz="2600">
                <a:solidFill>
                  <a:schemeClr val="lt1"/>
                </a:solidFill>
                <a:latin typeface="Roboto"/>
                <a:ea typeface="Roboto"/>
                <a:cs typeface="Roboto"/>
                <a:sym typeface="Roboto"/>
              </a:rPr>
              <a:t>Technology &amp; Free Speech</a:t>
            </a:r>
            <a:endParaRPr b="1" i="0" sz="20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rPr b="1" i="0" lang="en" sz="3200" u="none" cap="none" strike="noStrike">
                <a:solidFill>
                  <a:schemeClr val="lt1"/>
                </a:solidFill>
                <a:latin typeface="Roboto"/>
                <a:ea typeface="Roboto"/>
                <a:cs typeface="Roboto"/>
                <a:sym typeface="Roboto"/>
              </a:rPr>
              <a:t>Lecture </a:t>
            </a:r>
            <a:r>
              <a:rPr b="1" lang="en" sz="3200">
                <a:solidFill>
                  <a:schemeClr val="lt1"/>
                </a:solidFill>
                <a:latin typeface="Roboto"/>
                <a:ea typeface="Roboto"/>
                <a:cs typeface="Roboto"/>
                <a:sym typeface="Roboto"/>
              </a:rPr>
              <a:t>1</a:t>
            </a:r>
            <a:endParaRPr b="1" i="0" sz="32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chemeClr val="lt1"/>
              </a:buClr>
              <a:buSzPts val="3200"/>
              <a:buFont typeface="Roboto"/>
              <a:buNone/>
            </a:pPr>
            <a:r>
              <a:t/>
            </a:r>
            <a:endParaRPr b="1" i="0" sz="3200" u="none" cap="none" strike="noStrike">
              <a:solidFill>
                <a:schemeClr val="lt1"/>
              </a:solidFill>
              <a:latin typeface="Roboto"/>
              <a:ea typeface="Roboto"/>
              <a:cs typeface="Roboto"/>
              <a:sym typeface="Roboto"/>
            </a:endParaRPr>
          </a:p>
        </p:txBody>
      </p:sp>
      <p:sp>
        <p:nvSpPr>
          <p:cNvPr id="98" name="Google Shape;98;p1"/>
          <p:cNvSpPr txBox="1"/>
          <p:nvPr/>
        </p:nvSpPr>
        <p:spPr>
          <a:xfrm>
            <a:off x="2584725" y="3146550"/>
            <a:ext cx="4143900" cy="1548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600"/>
              </a:spcBef>
              <a:spcAft>
                <a:spcPts val="0"/>
              </a:spcAft>
              <a:buClr>
                <a:schemeClr val="lt1"/>
              </a:buClr>
              <a:buSzPts val="1600"/>
              <a:buFont typeface="Noto Sans Symbols"/>
              <a:buNone/>
            </a:pPr>
            <a:r>
              <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Syada Tasmia Alvi</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Lecturer, Dept.of CSE</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rPr b="0" i="0" lang="en" sz="1700" u="none" cap="none" strike="noStrike">
                <a:solidFill>
                  <a:schemeClr val="lt1"/>
                </a:solidFill>
                <a:latin typeface="Arial"/>
                <a:ea typeface="Arial"/>
                <a:cs typeface="Arial"/>
                <a:sym typeface="Arial"/>
              </a:rPr>
              <a:t>Daffodil International University</a:t>
            </a:r>
            <a:endParaRPr b="0" i="0" sz="1700" u="none" cap="none" strike="noStrike">
              <a:solidFill>
                <a:schemeClr val="lt1"/>
              </a:solidFill>
              <a:latin typeface="Arial"/>
              <a:ea typeface="Arial"/>
              <a:cs typeface="Arial"/>
              <a:sym typeface="Arial"/>
            </a:endParaRPr>
          </a:p>
          <a:p>
            <a:pPr indent="0" lvl="0" marL="0" marR="0" rtl="0" algn="ctr">
              <a:lnSpc>
                <a:spcPct val="100000"/>
              </a:lnSpc>
              <a:spcBef>
                <a:spcPts val="600"/>
              </a:spcBef>
              <a:spcAft>
                <a:spcPts val="0"/>
              </a:spcAft>
              <a:buClr>
                <a:schemeClr val="lt1"/>
              </a:buClr>
              <a:buSzPts val="1600"/>
              <a:buFont typeface="Noto Sans Symbols"/>
              <a:buNone/>
            </a:pPr>
            <a:r>
              <a:t/>
            </a:r>
            <a:endParaRPr b="0" i="0" sz="1400" u="none" cap="none" strike="noStrike">
              <a:solidFill>
                <a:srgbClr val="000000"/>
              </a:solidFill>
              <a:latin typeface="Arial"/>
              <a:ea typeface="Arial"/>
              <a:cs typeface="Arial"/>
              <a:sym typeface="Arial"/>
            </a:endParaRPr>
          </a:p>
        </p:txBody>
      </p:sp>
      <p:sp>
        <p:nvSpPr>
          <p:cNvPr id="99" name="Google Shape;99;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transition spd="slow">
    <p:push dir="r"/>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500"/>
                                        <p:tgtEl>
                                          <p:spTgt spid="97"/>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50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1537bf11246_1_0"/>
          <p:cNvSpPr txBox="1"/>
          <p:nvPr>
            <p:ph type="title"/>
          </p:nvPr>
        </p:nvSpPr>
        <p:spPr>
          <a:xfrm>
            <a:off x="311700" y="62600"/>
            <a:ext cx="83040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Changing paradigms</a:t>
            </a:r>
            <a:endParaRPr b="1" sz="2600">
              <a:solidFill>
                <a:schemeClr val="lt1"/>
              </a:solidFill>
              <a:latin typeface="Malgun Gothic"/>
              <a:ea typeface="Malgun Gothic"/>
              <a:cs typeface="Malgun Gothic"/>
              <a:sym typeface="Malgun Gothic"/>
            </a:endParaRPr>
          </a:p>
        </p:txBody>
      </p:sp>
      <p:sp>
        <p:nvSpPr>
          <p:cNvPr id="105" name="Google Shape;105;g1537bf11246_1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6" name="Google Shape;106;g1537bf11246_1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g1537bf11246_1_0"/>
          <p:cNvSpPr txBox="1"/>
          <p:nvPr/>
        </p:nvSpPr>
        <p:spPr>
          <a:xfrm>
            <a:off x="464250" y="665200"/>
            <a:ext cx="8393700" cy="3945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1000"/>
              </a:spcBef>
              <a:spcAft>
                <a:spcPts val="0"/>
              </a:spcAft>
              <a:buSzPts val="2000"/>
              <a:buChar char="❏"/>
            </a:pPr>
            <a:r>
              <a:rPr lang="en" sz="2000"/>
              <a:t>Regulatory paradigms</a:t>
            </a:r>
            <a:endParaRPr sz="2000"/>
          </a:p>
          <a:p>
            <a:pPr indent="-361950" lvl="1" marL="914400" marR="0" rtl="0" algn="l">
              <a:lnSpc>
                <a:spcPct val="100000"/>
              </a:lnSpc>
              <a:spcBef>
                <a:spcPts val="1000"/>
              </a:spcBef>
              <a:spcAft>
                <a:spcPts val="0"/>
              </a:spcAft>
              <a:buClr>
                <a:schemeClr val="accent3"/>
              </a:buClr>
              <a:buSzPts val="2100"/>
              <a:buFont typeface="Arial"/>
              <a:buChar char="○"/>
            </a:pPr>
            <a:r>
              <a:rPr lang="en" sz="2000"/>
              <a:t>Communications technologies differ with respect to constitutional protections</a:t>
            </a:r>
            <a:endParaRPr sz="2000"/>
          </a:p>
          <a:p>
            <a:pPr indent="-361950" lvl="1" marL="914400" marR="0" rtl="0" algn="l">
              <a:lnSpc>
                <a:spcPct val="100000"/>
              </a:lnSpc>
              <a:spcBef>
                <a:spcPts val="1000"/>
              </a:spcBef>
              <a:spcAft>
                <a:spcPts val="0"/>
              </a:spcAft>
              <a:buClr>
                <a:schemeClr val="accent3"/>
              </a:buClr>
              <a:buSzPts val="2100"/>
              <a:buFont typeface="Arial"/>
              <a:buChar char="○"/>
            </a:pPr>
            <a:r>
              <a:rPr lang="en" sz="2000"/>
              <a:t>Also with respect to government regulation</a:t>
            </a:r>
            <a:endParaRPr sz="2000"/>
          </a:p>
          <a:p>
            <a:pPr indent="-361950" lvl="0" marL="457200" marR="0" rtl="0" algn="l">
              <a:lnSpc>
                <a:spcPct val="100000"/>
              </a:lnSpc>
              <a:spcBef>
                <a:spcPts val="1000"/>
              </a:spcBef>
              <a:spcAft>
                <a:spcPts val="0"/>
              </a:spcAft>
              <a:buClr>
                <a:schemeClr val="accent3"/>
              </a:buClr>
              <a:buSzPts val="2100"/>
              <a:buFont typeface="Arial"/>
              <a:buChar char="❏"/>
            </a:pPr>
            <a:r>
              <a:rPr lang="en" sz="2000"/>
              <a:t>The traditional three-part framework</a:t>
            </a:r>
            <a:endParaRPr sz="2000"/>
          </a:p>
          <a:p>
            <a:pPr indent="-361950" lvl="1" marL="914400" marR="0" rtl="0" algn="l">
              <a:lnSpc>
                <a:spcPct val="100000"/>
              </a:lnSpc>
              <a:spcBef>
                <a:spcPts val="1000"/>
              </a:spcBef>
              <a:spcAft>
                <a:spcPts val="0"/>
              </a:spcAft>
              <a:buClr>
                <a:schemeClr val="accent3"/>
              </a:buClr>
              <a:buSzPts val="2100"/>
              <a:buFont typeface="Arial"/>
              <a:buChar char="○"/>
            </a:pPr>
            <a:r>
              <a:rPr lang="en" sz="2000"/>
              <a:t>Print media (Newspapers, magazines)</a:t>
            </a:r>
            <a:endParaRPr sz="2000"/>
          </a:p>
          <a:p>
            <a:pPr indent="-361950" lvl="1" marL="914400" marR="0" rtl="0" algn="l">
              <a:lnSpc>
                <a:spcPct val="100000"/>
              </a:lnSpc>
              <a:spcBef>
                <a:spcPts val="1000"/>
              </a:spcBef>
              <a:spcAft>
                <a:spcPts val="0"/>
              </a:spcAft>
              <a:buClr>
                <a:schemeClr val="accent3"/>
              </a:buClr>
              <a:buSzPts val="2100"/>
              <a:buFont typeface="Arial"/>
              <a:buChar char="○"/>
            </a:pPr>
            <a:r>
              <a:rPr lang="en" sz="2000"/>
              <a:t>Broadcast media (Television, radio</a:t>
            </a:r>
            <a:endParaRPr sz="2000"/>
          </a:p>
          <a:p>
            <a:pPr indent="-361950" lvl="1" marL="914400" marR="0" rtl="0" algn="l">
              <a:lnSpc>
                <a:spcPct val="100000"/>
              </a:lnSpc>
              <a:spcBef>
                <a:spcPts val="1000"/>
              </a:spcBef>
              <a:spcAft>
                <a:spcPts val="0"/>
              </a:spcAft>
              <a:buClr>
                <a:schemeClr val="accent3"/>
              </a:buClr>
              <a:buSzPts val="2100"/>
              <a:buFont typeface="Arial"/>
              <a:buChar char="○"/>
            </a:pPr>
            <a:r>
              <a:rPr lang="en" sz="2000"/>
              <a:t>Common carriers (Telephone, telegraph, and the postal system)</a:t>
            </a:r>
            <a:endParaRPr sz="2000"/>
          </a:p>
          <a:p>
            <a:pPr indent="0" lvl="0" marL="0" marR="0" rtl="0" algn="l">
              <a:lnSpc>
                <a:spcPct val="100000"/>
              </a:lnSpc>
              <a:spcBef>
                <a:spcPts val="1000"/>
              </a:spcBef>
              <a:spcAft>
                <a:spcPts val="100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112cd06712c_0_185"/>
          <p:cNvSpPr txBox="1"/>
          <p:nvPr>
            <p:ph type="title"/>
          </p:nvPr>
        </p:nvSpPr>
        <p:spPr>
          <a:xfrm>
            <a:off x="311700" y="62600"/>
            <a:ext cx="83040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Changing paradigms</a:t>
            </a:r>
            <a:endParaRPr b="1" sz="2600">
              <a:solidFill>
                <a:schemeClr val="lt1"/>
              </a:solidFill>
              <a:latin typeface="Malgun Gothic"/>
              <a:ea typeface="Malgun Gothic"/>
              <a:cs typeface="Malgun Gothic"/>
              <a:sym typeface="Malgun Gothic"/>
            </a:endParaRPr>
          </a:p>
        </p:txBody>
      </p:sp>
      <p:sp>
        <p:nvSpPr>
          <p:cNvPr id="113" name="Google Shape;113;g112cd06712c_0_185"/>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4" name="Google Shape;114;g112cd06712c_0_185"/>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g112cd06712c_0_185"/>
          <p:cNvSpPr txBox="1"/>
          <p:nvPr/>
        </p:nvSpPr>
        <p:spPr>
          <a:xfrm>
            <a:off x="464250" y="665200"/>
            <a:ext cx="8393700" cy="32169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1000"/>
              </a:spcBef>
              <a:spcAft>
                <a:spcPts val="0"/>
              </a:spcAft>
              <a:buClr>
                <a:schemeClr val="accent3"/>
              </a:buClr>
              <a:buSzPts val="2100"/>
              <a:buFont typeface="Arial"/>
              <a:buChar char="❏"/>
            </a:pPr>
            <a:r>
              <a:rPr lang="en" sz="2000"/>
              <a:t>Print media (Newspapers, magazines)</a:t>
            </a:r>
            <a:endParaRPr sz="2000"/>
          </a:p>
          <a:p>
            <a:pPr indent="-361950" lvl="1" marL="914400" marR="0" rtl="0" algn="l">
              <a:lnSpc>
                <a:spcPct val="100000"/>
              </a:lnSpc>
              <a:spcBef>
                <a:spcPts val="1000"/>
              </a:spcBef>
              <a:spcAft>
                <a:spcPts val="0"/>
              </a:spcAft>
              <a:buClr>
                <a:schemeClr val="accent3"/>
              </a:buClr>
              <a:buSzPts val="2100"/>
              <a:buFont typeface="Arial"/>
              <a:buChar char="○"/>
            </a:pPr>
            <a:r>
              <a:rPr lang="en" sz="2000"/>
              <a:t>Has the strongest protections for free speech</a:t>
            </a:r>
            <a:endParaRPr sz="2000"/>
          </a:p>
          <a:p>
            <a:pPr indent="-361950" lvl="0" marL="457200" marR="0" rtl="0" algn="l">
              <a:lnSpc>
                <a:spcPct val="100000"/>
              </a:lnSpc>
              <a:spcBef>
                <a:spcPts val="1000"/>
              </a:spcBef>
              <a:spcAft>
                <a:spcPts val="0"/>
              </a:spcAft>
              <a:buClr>
                <a:schemeClr val="accent3"/>
              </a:buClr>
              <a:buSzPts val="2100"/>
              <a:buFont typeface="Arial"/>
              <a:buChar char="❏"/>
            </a:pPr>
            <a:r>
              <a:rPr lang="en" sz="2000"/>
              <a:t>Broadcast media (Television, radio)</a:t>
            </a:r>
            <a:endParaRPr sz="2000"/>
          </a:p>
          <a:p>
            <a:pPr indent="-361950" lvl="1" marL="914400" marR="0" rtl="0" algn="l">
              <a:lnSpc>
                <a:spcPct val="100000"/>
              </a:lnSpc>
              <a:spcBef>
                <a:spcPts val="1000"/>
              </a:spcBef>
              <a:spcAft>
                <a:spcPts val="0"/>
              </a:spcAft>
              <a:buClr>
                <a:schemeClr val="accent3"/>
              </a:buClr>
              <a:buSzPts val="2100"/>
              <a:buFont typeface="Arial"/>
              <a:buChar char="○"/>
            </a:pPr>
            <a:r>
              <a:rPr lang="en" sz="2000"/>
              <a:t>Has protections, but govt controls structure of industry + content</a:t>
            </a:r>
            <a:endParaRPr sz="2000"/>
          </a:p>
          <a:p>
            <a:pPr indent="-361950" lvl="1" marL="914400" marR="0" rtl="0" algn="l">
              <a:lnSpc>
                <a:spcPct val="100000"/>
              </a:lnSpc>
              <a:spcBef>
                <a:spcPts val="1000"/>
              </a:spcBef>
              <a:spcAft>
                <a:spcPts val="0"/>
              </a:spcAft>
              <a:buClr>
                <a:schemeClr val="accent3"/>
              </a:buClr>
              <a:buSzPts val="2100"/>
              <a:buFont typeface="Arial"/>
              <a:buChar char="○"/>
            </a:pPr>
            <a:r>
              <a:rPr lang="en" sz="2000"/>
              <a:t>E.g. Canadian content regulations, restriction of some words</a:t>
            </a:r>
            <a:endParaRPr sz="2000"/>
          </a:p>
          <a:p>
            <a:pPr indent="-361950" lvl="0" marL="457200" marR="0" rtl="0" algn="l">
              <a:lnSpc>
                <a:spcPct val="100000"/>
              </a:lnSpc>
              <a:spcBef>
                <a:spcPts val="1000"/>
              </a:spcBef>
              <a:spcAft>
                <a:spcPts val="0"/>
              </a:spcAft>
              <a:buClr>
                <a:schemeClr val="accent3"/>
              </a:buClr>
              <a:buSzPts val="2100"/>
              <a:buFont typeface="Arial"/>
              <a:buChar char="❏"/>
            </a:pPr>
            <a:r>
              <a:rPr lang="en" sz="2000"/>
              <a:t> Common carriers (Telephone, ISPs?)</a:t>
            </a:r>
            <a:endParaRPr sz="2000"/>
          </a:p>
          <a:p>
            <a:pPr indent="-361950" lvl="1" marL="914400" marR="0" rtl="0" algn="l">
              <a:lnSpc>
                <a:spcPct val="100000"/>
              </a:lnSpc>
              <a:spcBef>
                <a:spcPts val="1000"/>
              </a:spcBef>
              <a:spcAft>
                <a:spcPts val="1000"/>
              </a:spcAft>
              <a:buClr>
                <a:schemeClr val="accent3"/>
              </a:buClr>
              <a:buSzPts val="2100"/>
              <a:buFont typeface="Arial"/>
              <a:buChar char="○"/>
            </a:pPr>
            <a:r>
              <a:rPr lang="en" sz="2000"/>
              <a:t>Content not controlled and carrier not responsible for content</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145f17dee8c_1_2"/>
          <p:cNvSpPr txBox="1"/>
          <p:nvPr>
            <p:ph type="title"/>
          </p:nvPr>
        </p:nvSpPr>
        <p:spPr>
          <a:xfrm>
            <a:off x="311700" y="62600"/>
            <a:ext cx="85608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Changing paradigms</a:t>
            </a:r>
            <a:endParaRPr b="1">
              <a:solidFill>
                <a:schemeClr val="lt1"/>
              </a:solidFill>
              <a:latin typeface="Malgun Gothic"/>
              <a:ea typeface="Malgun Gothic"/>
              <a:cs typeface="Malgun Gothic"/>
              <a:sym typeface="Malgun Gothic"/>
            </a:endParaRPr>
          </a:p>
        </p:txBody>
      </p:sp>
      <p:sp>
        <p:nvSpPr>
          <p:cNvPr id="121" name="Google Shape;121;g145f17dee8c_1_2"/>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2" name="Google Shape;122;g145f17dee8c_1_2"/>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g145f17dee8c_1_2"/>
          <p:cNvSpPr txBox="1"/>
          <p:nvPr/>
        </p:nvSpPr>
        <p:spPr>
          <a:xfrm>
            <a:off x="622025" y="1033825"/>
            <a:ext cx="8089800" cy="30015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00000"/>
              </a:lnSpc>
              <a:spcBef>
                <a:spcPts val="1000"/>
              </a:spcBef>
              <a:spcAft>
                <a:spcPts val="0"/>
              </a:spcAft>
              <a:buClr>
                <a:schemeClr val="accent3"/>
              </a:buClr>
              <a:buSzPts val="1900"/>
              <a:buFont typeface="Arial"/>
              <a:buChar char="❏"/>
            </a:pPr>
            <a:r>
              <a:rPr lang="en" sz="1900"/>
              <a:t>Consider new technologies of the past 20 years</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 Bulletin-board systems (BBS) </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World Wide Web </a:t>
            </a:r>
            <a:endParaRPr sz="1900"/>
          </a:p>
          <a:p>
            <a:pPr indent="-349250" lvl="0" marL="457200" marR="0" rtl="0" algn="l">
              <a:lnSpc>
                <a:spcPct val="100000"/>
              </a:lnSpc>
              <a:spcBef>
                <a:spcPts val="1000"/>
              </a:spcBef>
              <a:spcAft>
                <a:spcPts val="0"/>
              </a:spcAft>
              <a:buClr>
                <a:schemeClr val="accent3"/>
              </a:buClr>
              <a:buSzPts val="1900"/>
              <a:buFont typeface="Arial"/>
              <a:buChar char="❏"/>
            </a:pPr>
            <a:r>
              <a:rPr lang="en" sz="1900"/>
              <a:t>How do these fit into the “print-broadcast-carrier” framework? </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Not exactly print media </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 Not exactly broadcast media </a:t>
            </a:r>
            <a:endParaRPr sz="1900"/>
          </a:p>
          <a:p>
            <a:pPr indent="-349250" lvl="1" marL="914400" marR="0" rtl="0" algn="l">
              <a:lnSpc>
                <a:spcPct val="100000"/>
              </a:lnSpc>
              <a:spcBef>
                <a:spcPts val="1000"/>
              </a:spcBef>
              <a:spcAft>
                <a:spcPts val="1000"/>
              </a:spcAft>
              <a:buClr>
                <a:schemeClr val="accent3"/>
              </a:buClr>
              <a:buSzPts val="1900"/>
              <a:buFont typeface="Arial"/>
              <a:buChar char="○"/>
            </a:pPr>
            <a:r>
              <a:rPr lang="en" sz="1900"/>
              <a:t>Not exactly common carrier</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14732661473_0_13"/>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Offensive</a:t>
            </a:r>
            <a:r>
              <a:rPr b="1" lang="en" sz="2600">
                <a:solidFill>
                  <a:schemeClr val="lt1"/>
                </a:solidFill>
                <a:latin typeface="Malgun Gothic"/>
                <a:ea typeface="Malgun Gothic"/>
                <a:cs typeface="Malgun Gothic"/>
                <a:sym typeface="Malgun Gothic"/>
              </a:rPr>
              <a:t> Speech</a:t>
            </a:r>
            <a:endParaRPr b="1">
              <a:solidFill>
                <a:schemeClr val="lt1"/>
              </a:solidFill>
              <a:latin typeface="Malgun Gothic"/>
              <a:ea typeface="Malgun Gothic"/>
              <a:cs typeface="Malgun Gothic"/>
              <a:sym typeface="Malgun Gothic"/>
            </a:endParaRPr>
          </a:p>
        </p:txBody>
      </p:sp>
      <p:sp>
        <p:nvSpPr>
          <p:cNvPr id="129" name="Google Shape;129;g14732661473_0_13"/>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0" name="Google Shape;130;g14732661473_0_13"/>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g14732661473_0_13"/>
          <p:cNvSpPr txBox="1"/>
          <p:nvPr/>
        </p:nvSpPr>
        <p:spPr>
          <a:xfrm>
            <a:off x="311700" y="825175"/>
            <a:ext cx="8732400" cy="4453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200"/>
              <a:buFont typeface="Arial"/>
              <a:buNone/>
            </a:pPr>
            <a:r>
              <a:t/>
            </a:r>
            <a:endParaRPr b="1" i="0" sz="2200" u="sng" cap="none" strike="noStrike">
              <a:solidFill>
                <a:srgbClr val="A61C00"/>
              </a:solidFill>
              <a:latin typeface="Arial"/>
              <a:ea typeface="Arial"/>
              <a:cs typeface="Arial"/>
              <a:sym typeface="Arial"/>
            </a:endParaRPr>
          </a:p>
          <a:p>
            <a:pPr indent="0" lvl="0" marL="457200" marR="0" rtl="0" algn="l">
              <a:lnSpc>
                <a:spcPct val="100000"/>
              </a:lnSpc>
              <a:spcBef>
                <a:spcPts val="1000"/>
              </a:spcBef>
              <a:spcAft>
                <a:spcPts val="0"/>
              </a:spcAft>
              <a:buNone/>
            </a:pPr>
            <a:r>
              <a:rPr lang="en" sz="1800">
                <a:solidFill>
                  <a:schemeClr val="dk2"/>
                </a:solidFill>
              </a:rPr>
              <a:t>Examples of such speech can include</a:t>
            </a:r>
            <a:endParaRPr sz="1800">
              <a:solidFill>
                <a:schemeClr val="dk2"/>
              </a:solidFill>
            </a:endParaRPr>
          </a:p>
          <a:p>
            <a:pPr indent="-342900" lvl="0" marL="914400" marR="0" rtl="0" algn="l">
              <a:lnSpc>
                <a:spcPct val="100000"/>
              </a:lnSpc>
              <a:spcBef>
                <a:spcPts val="1000"/>
              </a:spcBef>
              <a:spcAft>
                <a:spcPts val="0"/>
              </a:spcAft>
              <a:buClr>
                <a:schemeClr val="dk2"/>
              </a:buClr>
              <a:buSzPts val="1800"/>
              <a:buFont typeface="Arial"/>
              <a:buChar char="❏"/>
            </a:pPr>
            <a:r>
              <a:rPr lang="en" sz="1800">
                <a:solidFill>
                  <a:schemeClr val="dk2"/>
                </a:solidFill>
              </a:rPr>
              <a:t>Political or religious speech</a:t>
            </a:r>
            <a:endParaRPr sz="1800">
              <a:solidFill>
                <a:schemeClr val="dk2"/>
              </a:solidFill>
            </a:endParaRPr>
          </a:p>
          <a:p>
            <a:pPr indent="-342900" lvl="0" marL="914400" marR="0" rtl="0" algn="l">
              <a:lnSpc>
                <a:spcPct val="100000"/>
              </a:lnSpc>
              <a:spcBef>
                <a:spcPts val="1000"/>
              </a:spcBef>
              <a:spcAft>
                <a:spcPts val="0"/>
              </a:spcAft>
              <a:buClr>
                <a:schemeClr val="dk2"/>
              </a:buClr>
              <a:buSzPts val="1800"/>
              <a:buFont typeface="Arial"/>
              <a:buChar char="❏"/>
            </a:pPr>
            <a:r>
              <a:rPr lang="en" sz="1800">
                <a:solidFill>
                  <a:schemeClr val="dk2"/>
                </a:solidFill>
              </a:rPr>
              <a:t> Pornography</a:t>
            </a:r>
            <a:endParaRPr sz="1800">
              <a:solidFill>
                <a:schemeClr val="dk2"/>
              </a:solidFill>
            </a:endParaRPr>
          </a:p>
          <a:p>
            <a:pPr indent="-342900" lvl="0" marL="914400" marR="0" rtl="0" algn="l">
              <a:lnSpc>
                <a:spcPct val="100000"/>
              </a:lnSpc>
              <a:spcBef>
                <a:spcPts val="1000"/>
              </a:spcBef>
              <a:spcAft>
                <a:spcPts val="0"/>
              </a:spcAft>
              <a:buClr>
                <a:schemeClr val="dk2"/>
              </a:buClr>
              <a:buSzPts val="1800"/>
              <a:buFont typeface="Arial"/>
              <a:buChar char="❏"/>
            </a:pPr>
            <a:r>
              <a:rPr lang="en" sz="1800">
                <a:solidFill>
                  <a:schemeClr val="dk2"/>
                </a:solidFill>
              </a:rPr>
              <a:t>Sexual or racial slurs</a:t>
            </a:r>
            <a:endParaRPr sz="1800">
              <a:solidFill>
                <a:schemeClr val="dk2"/>
              </a:solidFill>
            </a:endParaRPr>
          </a:p>
          <a:p>
            <a:pPr indent="-342900" lvl="0" marL="914400" marR="0" rtl="0" algn="l">
              <a:lnSpc>
                <a:spcPct val="100000"/>
              </a:lnSpc>
              <a:spcBef>
                <a:spcPts val="1000"/>
              </a:spcBef>
              <a:spcAft>
                <a:spcPts val="0"/>
              </a:spcAft>
              <a:buClr>
                <a:schemeClr val="dk2"/>
              </a:buClr>
              <a:buSzPts val="1800"/>
              <a:buFont typeface="Arial"/>
              <a:buChar char="❏"/>
            </a:pPr>
            <a:r>
              <a:rPr lang="en" sz="1800">
                <a:solidFill>
                  <a:schemeClr val="dk2"/>
                </a:solidFill>
              </a:rPr>
              <a:t>Nazi (or White Supremacist) materials</a:t>
            </a:r>
            <a:endParaRPr sz="1800">
              <a:solidFill>
                <a:schemeClr val="dk2"/>
              </a:solidFill>
            </a:endParaRPr>
          </a:p>
          <a:p>
            <a:pPr indent="-342900" lvl="0" marL="914400" marR="0" rtl="0" algn="l">
              <a:lnSpc>
                <a:spcPct val="100000"/>
              </a:lnSpc>
              <a:spcBef>
                <a:spcPts val="1000"/>
              </a:spcBef>
              <a:spcAft>
                <a:spcPts val="0"/>
              </a:spcAft>
              <a:buClr>
                <a:schemeClr val="dk2"/>
              </a:buClr>
              <a:buSzPts val="1800"/>
              <a:buFont typeface="Arial"/>
              <a:buChar char="❏"/>
            </a:pPr>
            <a:r>
              <a:rPr lang="en" sz="1800">
                <a:solidFill>
                  <a:schemeClr val="dk2"/>
                </a:solidFill>
              </a:rPr>
              <a:t> Libellous (false and damaging) statements</a:t>
            </a:r>
            <a:endParaRPr sz="1800">
              <a:solidFill>
                <a:schemeClr val="dk2"/>
              </a:solidFill>
            </a:endParaRPr>
          </a:p>
          <a:p>
            <a:pPr indent="-342900" lvl="0" marL="914400" marR="0" rtl="0" algn="l">
              <a:lnSpc>
                <a:spcPct val="100000"/>
              </a:lnSpc>
              <a:spcBef>
                <a:spcPts val="1000"/>
              </a:spcBef>
              <a:spcAft>
                <a:spcPts val="0"/>
              </a:spcAft>
              <a:buClr>
                <a:schemeClr val="dk2"/>
              </a:buClr>
              <a:buSzPts val="1800"/>
              <a:buFont typeface="Arial"/>
              <a:buChar char="❏"/>
            </a:pPr>
            <a:r>
              <a:rPr lang="en" sz="1800">
                <a:solidFill>
                  <a:schemeClr val="dk2"/>
                </a:solidFill>
              </a:rPr>
              <a:t>Abortion information</a:t>
            </a:r>
            <a:endParaRPr sz="1800">
              <a:solidFill>
                <a:schemeClr val="dk2"/>
              </a:solidFill>
            </a:endParaRPr>
          </a:p>
          <a:p>
            <a:pPr indent="-342900" lvl="0" marL="914400" marR="0" rtl="0" algn="l">
              <a:lnSpc>
                <a:spcPct val="100000"/>
              </a:lnSpc>
              <a:spcBef>
                <a:spcPts val="1000"/>
              </a:spcBef>
              <a:spcAft>
                <a:spcPts val="0"/>
              </a:spcAft>
              <a:buClr>
                <a:schemeClr val="dk2"/>
              </a:buClr>
              <a:buSzPts val="1800"/>
              <a:buFont typeface="Arial"/>
              <a:buChar char="❏"/>
            </a:pPr>
            <a:r>
              <a:rPr lang="en" sz="1800">
                <a:solidFill>
                  <a:schemeClr val="dk2"/>
                </a:solidFill>
              </a:rPr>
              <a:t>Alcohol advertisement</a:t>
            </a:r>
            <a:endParaRPr sz="1800">
              <a:solidFill>
                <a:schemeClr val="dk2"/>
              </a:solidFill>
            </a:endParaRPr>
          </a:p>
          <a:p>
            <a:pPr indent="0" lvl="0" marL="13716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1539f9d4857_3_0"/>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Censorship</a:t>
            </a:r>
            <a:endParaRPr b="1" sz="2600">
              <a:solidFill>
                <a:schemeClr val="lt1"/>
              </a:solidFill>
              <a:latin typeface="Malgun Gothic"/>
              <a:ea typeface="Malgun Gothic"/>
              <a:cs typeface="Malgun Gothic"/>
              <a:sym typeface="Malgun Gothic"/>
            </a:endParaRPr>
          </a:p>
        </p:txBody>
      </p:sp>
      <p:sp>
        <p:nvSpPr>
          <p:cNvPr id="137" name="Google Shape;137;g1539f9d4857_3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8" name="Google Shape;138;g1539f9d4857_3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g1539f9d4857_3_0"/>
          <p:cNvSpPr txBox="1"/>
          <p:nvPr/>
        </p:nvSpPr>
        <p:spPr>
          <a:xfrm>
            <a:off x="311700" y="715500"/>
            <a:ext cx="8295300" cy="4320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Clr>
                <a:schemeClr val="accent3"/>
              </a:buClr>
              <a:buSzPts val="1600"/>
              <a:buFont typeface="Arial"/>
              <a:buChar char="❏"/>
            </a:pPr>
            <a:r>
              <a:rPr lang="en" sz="1600"/>
              <a:t>Censorship is the suppression of speech, public communication, or other information. </a:t>
            </a:r>
            <a:endParaRPr sz="1600"/>
          </a:p>
          <a:p>
            <a:pPr indent="-330200" lvl="0" marL="457200" marR="0" rtl="0" algn="l">
              <a:lnSpc>
                <a:spcPct val="100000"/>
              </a:lnSpc>
              <a:spcBef>
                <a:spcPts val="1000"/>
              </a:spcBef>
              <a:spcAft>
                <a:spcPts val="0"/>
              </a:spcAft>
              <a:buClr>
                <a:schemeClr val="accent3"/>
              </a:buClr>
              <a:buSzPts val="1600"/>
              <a:buFont typeface="Arial"/>
              <a:buChar char="❏"/>
            </a:pPr>
            <a:r>
              <a:rPr lang="en" sz="1600"/>
              <a:t>This may be done on the basis that such material is considered objectionable, harmful, sensitive, or "inconvenient".</a:t>
            </a:r>
            <a:endParaRPr sz="1600"/>
          </a:p>
          <a:p>
            <a:pPr indent="-330200" lvl="0" marL="457200" marR="0" rtl="0" algn="l">
              <a:lnSpc>
                <a:spcPct val="100000"/>
              </a:lnSpc>
              <a:spcBef>
                <a:spcPts val="1000"/>
              </a:spcBef>
              <a:spcAft>
                <a:spcPts val="0"/>
              </a:spcAft>
              <a:buClr>
                <a:schemeClr val="accent3"/>
              </a:buClr>
              <a:buSzPts val="1600"/>
              <a:buFont typeface="Arial"/>
              <a:buChar char="❏"/>
            </a:pPr>
            <a:r>
              <a:rPr lang="en" sz="1600"/>
              <a:t>Censorship can be conducted by governments, private institutions and other controlling bodies.</a:t>
            </a:r>
            <a:endParaRPr sz="1600"/>
          </a:p>
          <a:p>
            <a:pPr indent="-330200" lvl="0" marL="457200" marR="0" rtl="0" algn="l">
              <a:lnSpc>
                <a:spcPct val="100000"/>
              </a:lnSpc>
              <a:spcBef>
                <a:spcPts val="1000"/>
              </a:spcBef>
              <a:spcAft>
                <a:spcPts val="0"/>
              </a:spcAft>
              <a:buClr>
                <a:schemeClr val="accent3"/>
              </a:buClr>
              <a:buSzPts val="1600"/>
              <a:buFont typeface="Arial"/>
              <a:buChar char="❏"/>
            </a:pPr>
            <a:r>
              <a:rPr lang="en" sz="1600"/>
              <a:t>Governments and private organizations may engage in censorship. Other groups or institutions may propose and petition for censorship.</a:t>
            </a:r>
            <a:endParaRPr sz="1600"/>
          </a:p>
          <a:p>
            <a:pPr indent="-330200" lvl="0" marL="457200" marR="0" rtl="0" algn="l">
              <a:lnSpc>
                <a:spcPct val="100000"/>
              </a:lnSpc>
              <a:spcBef>
                <a:spcPts val="1000"/>
              </a:spcBef>
              <a:spcAft>
                <a:spcPts val="0"/>
              </a:spcAft>
              <a:buClr>
                <a:schemeClr val="accent3"/>
              </a:buClr>
              <a:buSzPts val="1600"/>
              <a:buFont typeface="Arial"/>
              <a:buChar char="❏"/>
            </a:pPr>
            <a:r>
              <a:rPr lang="en" sz="1600"/>
              <a:t>General censorship occurs in a variety of different media, including speech, books, music, films, and other arts, the press, radio, television, and the Internet for a variety of claimed reasons including national security, to control obscenity, pornography, and hate speech, to protect children or other vulnerable groups, to promote or restrict political or religious views, and to prevent slander and libel.</a:t>
            </a:r>
            <a:endParaRPr sz="1600"/>
          </a:p>
          <a:p>
            <a:pPr indent="0" lvl="0" marL="914400" marR="0" rtl="0" algn="l">
              <a:lnSpc>
                <a:spcPct val="100000"/>
              </a:lnSpc>
              <a:spcBef>
                <a:spcPts val="1000"/>
              </a:spcBef>
              <a:spcAft>
                <a:spcPts val="1000"/>
              </a:spcAft>
              <a:buNone/>
            </a:pPr>
            <a:r>
              <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1539f9d4857_3_7"/>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Offensive speech &amp; censorship</a:t>
            </a:r>
            <a:endParaRPr b="1" sz="2600">
              <a:solidFill>
                <a:schemeClr val="lt1"/>
              </a:solidFill>
              <a:latin typeface="Malgun Gothic"/>
              <a:ea typeface="Malgun Gothic"/>
              <a:cs typeface="Malgun Gothic"/>
              <a:sym typeface="Malgun Gothic"/>
            </a:endParaRPr>
          </a:p>
        </p:txBody>
      </p:sp>
      <p:sp>
        <p:nvSpPr>
          <p:cNvPr id="145" name="Google Shape;145;g1539f9d4857_3_7"/>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46" name="Google Shape;146;g1539f9d4857_3_7"/>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g1539f9d4857_3_7"/>
          <p:cNvSpPr txBox="1"/>
          <p:nvPr/>
        </p:nvSpPr>
        <p:spPr>
          <a:xfrm>
            <a:off x="311700" y="715500"/>
            <a:ext cx="8295300" cy="3966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1000"/>
              </a:spcBef>
              <a:spcAft>
                <a:spcPts val="0"/>
              </a:spcAft>
              <a:buClr>
                <a:schemeClr val="accent3"/>
              </a:buClr>
              <a:buSzPts val="1600"/>
              <a:buFont typeface="Arial"/>
              <a:buChar char="❏"/>
            </a:pPr>
            <a:r>
              <a:rPr lang="en" sz="1600"/>
              <a:t>One approach used in the US</a:t>
            </a:r>
            <a:endParaRPr sz="1600"/>
          </a:p>
          <a:p>
            <a:pPr indent="-330200" lvl="1" marL="914400" marR="0" rtl="0" algn="l">
              <a:lnSpc>
                <a:spcPct val="100000"/>
              </a:lnSpc>
              <a:spcBef>
                <a:spcPts val="1000"/>
              </a:spcBef>
              <a:spcAft>
                <a:spcPts val="0"/>
              </a:spcAft>
              <a:buClr>
                <a:schemeClr val="accent3"/>
              </a:buClr>
              <a:buSzPts val="1600"/>
              <a:buFont typeface="Arial"/>
              <a:buChar char="○"/>
            </a:pPr>
            <a:r>
              <a:rPr lang="en" sz="1600"/>
              <a:t>Limit Internet access in libraries and schools.</a:t>
            </a:r>
            <a:endParaRPr sz="1600"/>
          </a:p>
          <a:p>
            <a:pPr indent="-330200" lvl="1" marL="914400" marR="0" rtl="0" algn="l">
              <a:lnSpc>
                <a:spcPct val="100000"/>
              </a:lnSpc>
              <a:spcBef>
                <a:spcPts val="1000"/>
              </a:spcBef>
              <a:spcAft>
                <a:spcPts val="0"/>
              </a:spcAft>
              <a:buClr>
                <a:schemeClr val="accent3"/>
              </a:buClr>
              <a:buSzPts val="1600"/>
              <a:buFont typeface="Arial"/>
              <a:buChar char="○"/>
            </a:pPr>
            <a:r>
              <a:rPr lang="en" sz="1600"/>
              <a:t>Accomplish this via “filtering software”</a:t>
            </a:r>
            <a:endParaRPr sz="1600"/>
          </a:p>
          <a:p>
            <a:pPr indent="-330200" lvl="1" marL="914400" marR="0" rtl="0" algn="l">
              <a:lnSpc>
                <a:spcPct val="100000"/>
              </a:lnSpc>
              <a:spcBef>
                <a:spcPts val="1000"/>
              </a:spcBef>
              <a:spcAft>
                <a:spcPts val="0"/>
              </a:spcAft>
              <a:buClr>
                <a:schemeClr val="accent3"/>
              </a:buClr>
              <a:buSzPts val="1600"/>
              <a:buFont typeface="Arial"/>
              <a:buChar char="○"/>
            </a:pPr>
            <a:r>
              <a:rPr lang="en" sz="1600"/>
              <a:t> “Funding” control (any school or library receiving US federal funds must install such software on internet terminals)</a:t>
            </a:r>
            <a:endParaRPr sz="1600"/>
          </a:p>
          <a:p>
            <a:pPr indent="-330200" lvl="0" marL="457200" marR="0" rtl="0" algn="l">
              <a:lnSpc>
                <a:spcPct val="100000"/>
              </a:lnSpc>
              <a:spcBef>
                <a:spcPts val="1000"/>
              </a:spcBef>
              <a:spcAft>
                <a:spcPts val="0"/>
              </a:spcAft>
              <a:buClr>
                <a:schemeClr val="accent3"/>
              </a:buClr>
              <a:buSzPts val="1600"/>
              <a:buFont typeface="Arial"/>
              <a:buChar char="❏"/>
            </a:pPr>
            <a:r>
              <a:rPr lang="en" sz="1600"/>
              <a:t>Example: Canadian company • Userful.com (Calgary)</a:t>
            </a:r>
            <a:endParaRPr sz="1600"/>
          </a:p>
          <a:p>
            <a:pPr indent="-330200" lvl="0" marL="457200" marR="0" rtl="0" algn="l">
              <a:lnSpc>
                <a:spcPct val="100000"/>
              </a:lnSpc>
              <a:spcBef>
                <a:spcPts val="1000"/>
              </a:spcBef>
              <a:spcAft>
                <a:spcPts val="0"/>
              </a:spcAft>
              <a:buClr>
                <a:schemeClr val="accent3"/>
              </a:buClr>
              <a:buSzPts val="1600"/>
              <a:buFont typeface="Arial"/>
              <a:buChar char="❏"/>
            </a:pPr>
            <a:r>
              <a:rPr lang="en" sz="1600"/>
              <a:t>software does much, much more than just web filtering</a:t>
            </a:r>
            <a:endParaRPr sz="1600"/>
          </a:p>
          <a:p>
            <a:pPr indent="-330200" lvl="0" marL="457200" marR="0" rtl="0" algn="l">
              <a:lnSpc>
                <a:spcPct val="100000"/>
              </a:lnSpc>
              <a:spcBef>
                <a:spcPts val="1000"/>
              </a:spcBef>
              <a:spcAft>
                <a:spcPts val="0"/>
              </a:spcAft>
              <a:buClr>
                <a:schemeClr val="accent3"/>
              </a:buClr>
              <a:buSzPts val="1600"/>
              <a:buFont typeface="Arial"/>
              <a:buChar char="❏"/>
            </a:pPr>
            <a:r>
              <a:rPr lang="en" sz="1600"/>
              <a:t>Is CIPA compliant</a:t>
            </a:r>
            <a:endParaRPr sz="1600"/>
          </a:p>
          <a:p>
            <a:pPr indent="-330200" lvl="0" marL="457200" marR="0" rtl="0" algn="l">
              <a:lnSpc>
                <a:spcPct val="100000"/>
              </a:lnSpc>
              <a:spcBef>
                <a:spcPts val="1000"/>
              </a:spcBef>
              <a:spcAft>
                <a:spcPts val="0"/>
              </a:spcAft>
              <a:buClr>
                <a:schemeClr val="accent3"/>
              </a:buClr>
              <a:buSzPts val="1600"/>
              <a:buFont typeface="Arial"/>
              <a:buChar char="❏"/>
            </a:pPr>
            <a:r>
              <a:rPr lang="en" sz="1600"/>
              <a:t>Filters block sites containing child pornography, obscene material, anything deemed “harmful to minors”</a:t>
            </a:r>
            <a:endParaRPr sz="1600"/>
          </a:p>
          <a:p>
            <a:pPr indent="0" lvl="0" marL="914400" marR="0" rtl="0" algn="l">
              <a:lnSpc>
                <a:spcPct val="100000"/>
              </a:lnSpc>
              <a:spcBef>
                <a:spcPts val="1000"/>
              </a:spcBef>
              <a:spcAft>
                <a:spcPts val="1000"/>
              </a:spcAft>
              <a:buNone/>
            </a:pPr>
            <a:r>
              <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145f5af3cc2_0_2"/>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Hate Speech</a:t>
            </a:r>
            <a:endParaRPr b="1">
              <a:solidFill>
                <a:schemeClr val="lt1"/>
              </a:solidFill>
              <a:latin typeface="Malgun Gothic"/>
              <a:ea typeface="Malgun Gothic"/>
              <a:cs typeface="Malgun Gothic"/>
              <a:sym typeface="Malgun Gothic"/>
            </a:endParaRPr>
          </a:p>
        </p:txBody>
      </p:sp>
      <p:sp>
        <p:nvSpPr>
          <p:cNvPr id="153" name="Google Shape;153;g145f5af3cc2_0_2"/>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54" name="Google Shape;154;g145f5af3cc2_0_2"/>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g145f5af3cc2_0_2"/>
          <p:cNvSpPr txBox="1"/>
          <p:nvPr/>
        </p:nvSpPr>
        <p:spPr>
          <a:xfrm>
            <a:off x="622025" y="1033825"/>
            <a:ext cx="8089800" cy="40071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00000"/>
              </a:lnSpc>
              <a:spcBef>
                <a:spcPts val="1000"/>
              </a:spcBef>
              <a:spcAft>
                <a:spcPts val="0"/>
              </a:spcAft>
              <a:buClr>
                <a:schemeClr val="accent3"/>
              </a:buClr>
              <a:buSzPts val="1900"/>
              <a:buFont typeface="Arial"/>
              <a:buChar char="❏"/>
            </a:pPr>
            <a:r>
              <a:rPr lang="en" sz="1900"/>
              <a:t>Racist and hateful comments are offensive…</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but not necessarily illegal. </a:t>
            </a:r>
            <a:endParaRPr sz="1900"/>
          </a:p>
          <a:p>
            <a:pPr indent="-349250" lvl="0" marL="457200" marR="0" rtl="0" algn="l">
              <a:lnSpc>
                <a:spcPct val="100000"/>
              </a:lnSpc>
              <a:spcBef>
                <a:spcPts val="1000"/>
              </a:spcBef>
              <a:spcAft>
                <a:spcPts val="0"/>
              </a:spcAft>
              <a:buSzPts val="1900"/>
              <a:buChar char="❏"/>
            </a:pPr>
            <a:r>
              <a:rPr lang="en" sz="1900"/>
              <a:t>“hate speech” loosely refer to offensive discourse targeting a group or an individual based on inherent characteristics - such as</a:t>
            </a:r>
            <a:endParaRPr sz="1900"/>
          </a:p>
          <a:p>
            <a:pPr indent="-349250" lvl="1" marL="914400" marR="0" rtl="0" algn="l">
              <a:lnSpc>
                <a:spcPct val="100000"/>
              </a:lnSpc>
              <a:spcBef>
                <a:spcPts val="1000"/>
              </a:spcBef>
              <a:spcAft>
                <a:spcPts val="0"/>
              </a:spcAft>
              <a:buSzPts val="1900"/>
              <a:buChar char="○"/>
            </a:pPr>
            <a:r>
              <a:rPr lang="en" sz="1900"/>
              <a:t> race, </a:t>
            </a:r>
            <a:endParaRPr sz="1900"/>
          </a:p>
          <a:p>
            <a:pPr indent="-349250" lvl="1" marL="914400" marR="0" rtl="0" algn="l">
              <a:lnSpc>
                <a:spcPct val="100000"/>
              </a:lnSpc>
              <a:spcBef>
                <a:spcPts val="1000"/>
              </a:spcBef>
              <a:spcAft>
                <a:spcPts val="0"/>
              </a:spcAft>
              <a:buSzPts val="1900"/>
              <a:buChar char="○"/>
            </a:pPr>
            <a:r>
              <a:rPr lang="en" sz="1900"/>
              <a:t>religion or</a:t>
            </a:r>
            <a:endParaRPr sz="1900"/>
          </a:p>
          <a:p>
            <a:pPr indent="-349250" lvl="1" marL="914400" marR="0" rtl="0" algn="l">
              <a:lnSpc>
                <a:spcPct val="100000"/>
              </a:lnSpc>
              <a:spcBef>
                <a:spcPts val="1000"/>
              </a:spcBef>
              <a:spcAft>
                <a:spcPts val="0"/>
              </a:spcAft>
              <a:buSzPts val="1900"/>
              <a:buChar char="○"/>
            </a:pPr>
            <a:r>
              <a:rPr lang="en" sz="1900"/>
              <a:t> gender - and that may threaten social peace.</a:t>
            </a:r>
            <a:endParaRPr sz="1900"/>
          </a:p>
          <a:p>
            <a:pPr indent="-349250" lvl="0" marL="457200" marR="0" rtl="0" algn="l">
              <a:lnSpc>
                <a:spcPct val="100000"/>
              </a:lnSpc>
              <a:spcBef>
                <a:spcPts val="1000"/>
              </a:spcBef>
              <a:spcAft>
                <a:spcPts val="0"/>
              </a:spcAft>
              <a:buSzPts val="1900"/>
              <a:buChar char="❏"/>
            </a:pPr>
            <a:r>
              <a:rPr lang="en" sz="1900"/>
              <a:t>A judge has the authority to order removal of hate propaganda from a computer system available to public.</a:t>
            </a:r>
            <a:endParaRPr sz="1900"/>
          </a:p>
          <a:p>
            <a:pPr indent="0" lvl="0" marL="914400" marR="0" rtl="0" algn="l">
              <a:lnSpc>
                <a:spcPct val="100000"/>
              </a:lnSpc>
              <a:spcBef>
                <a:spcPts val="1000"/>
              </a:spcBef>
              <a:spcAft>
                <a:spcPts val="1000"/>
              </a:spcAft>
              <a:buNone/>
            </a:pPr>
            <a:r>
              <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1537bf11246_1_14"/>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Hate Speech</a:t>
            </a:r>
            <a:endParaRPr b="1">
              <a:solidFill>
                <a:schemeClr val="lt1"/>
              </a:solidFill>
              <a:latin typeface="Malgun Gothic"/>
              <a:ea typeface="Malgun Gothic"/>
              <a:cs typeface="Malgun Gothic"/>
              <a:sym typeface="Malgun Gothic"/>
            </a:endParaRPr>
          </a:p>
        </p:txBody>
      </p:sp>
      <p:sp>
        <p:nvSpPr>
          <p:cNvPr id="161" name="Google Shape;161;g1537bf11246_1_14"/>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62" name="Google Shape;162;g1537bf11246_1_14"/>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1537bf11246_1_14"/>
          <p:cNvSpPr txBox="1"/>
          <p:nvPr/>
        </p:nvSpPr>
        <p:spPr>
          <a:xfrm>
            <a:off x="311700" y="715500"/>
            <a:ext cx="8089800" cy="44280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00000"/>
              </a:lnSpc>
              <a:spcBef>
                <a:spcPts val="1000"/>
              </a:spcBef>
              <a:spcAft>
                <a:spcPts val="0"/>
              </a:spcAft>
              <a:buClr>
                <a:schemeClr val="accent3"/>
              </a:buClr>
              <a:buSzPts val="1900"/>
              <a:buFont typeface="Arial"/>
              <a:buChar char="❏"/>
            </a:pPr>
            <a:r>
              <a:rPr lang="en" sz="1900"/>
              <a:t>Canadian Human Rights Act</a:t>
            </a:r>
            <a:endParaRPr sz="1900"/>
          </a:p>
          <a:p>
            <a:pPr indent="-349250" lvl="0" marL="457200" marR="0" rtl="0" algn="l">
              <a:lnSpc>
                <a:spcPct val="100000"/>
              </a:lnSpc>
              <a:spcBef>
                <a:spcPts val="1000"/>
              </a:spcBef>
              <a:spcAft>
                <a:spcPts val="0"/>
              </a:spcAft>
              <a:buClr>
                <a:schemeClr val="accent3"/>
              </a:buClr>
              <a:buSzPts val="1900"/>
              <a:buFont typeface="Arial"/>
              <a:buChar char="❏"/>
            </a:pPr>
            <a:r>
              <a:rPr lang="en" sz="1900"/>
              <a:t> Section 13: Applies to e-mail, web sites, and any other telecommunications activity.</a:t>
            </a:r>
            <a:endParaRPr sz="1900"/>
          </a:p>
          <a:p>
            <a:pPr indent="-349250" lvl="0" marL="457200" marR="0" rtl="0" algn="l">
              <a:lnSpc>
                <a:spcPct val="100000"/>
              </a:lnSpc>
              <a:spcBef>
                <a:spcPts val="1000"/>
              </a:spcBef>
              <a:spcAft>
                <a:spcPts val="0"/>
              </a:spcAft>
              <a:buClr>
                <a:schemeClr val="accent3"/>
              </a:buClr>
              <a:buSzPts val="1900"/>
              <a:buFont typeface="Arial"/>
              <a:buChar char="❏"/>
            </a:pPr>
            <a:r>
              <a:rPr lang="en" sz="1900"/>
              <a:t>Prohibits messages likely to expose a person to hatred or contempt on any one of several categories.</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Race</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national or ethnic origin</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Colour</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Religion</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Age</a:t>
            </a:r>
            <a:endParaRPr sz="1900"/>
          </a:p>
          <a:p>
            <a:pPr indent="0" lvl="0" marL="914400" marR="0" rtl="0" algn="l">
              <a:lnSpc>
                <a:spcPct val="100000"/>
              </a:lnSpc>
              <a:spcBef>
                <a:spcPts val="1000"/>
              </a:spcBef>
              <a:spcAft>
                <a:spcPts val="1000"/>
              </a:spcAft>
              <a:buNone/>
            </a:pPr>
            <a:r>
              <a:t/>
            </a:r>
            <a:endParaRPr b="0" i="0" sz="1900" u="none" cap="none" strike="noStrike">
              <a:solidFill>
                <a:srgbClr val="000000"/>
              </a:solidFill>
              <a:latin typeface="Arial"/>
              <a:ea typeface="Arial"/>
              <a:cs typeface="Arial"/>
              <a:sym typeface="Arial"/>
            </a:endParaRPr>
          </a:p>
        </p:txBody>
      </p:sp>
      <p:sp>
        <p:nvSpPr>
          <p:cNvPr id="164" name="Google Shape;164;g1537bf11246_1_14"/>
          <p:cNvSpPr txBox="1"/>
          <p:nvPr/>
        </p:nvSpPr>
        <p:spPr>
          <a:xfrm>
            <a:off x="3664725" y="2035975"/>
            <a:ext cx="4942200" cy="32940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t/>
            </a:r>
            <a:endParaRPr sz="1900">
              <a:solidFill>
                <a:schemeClr val="dk1"/>
              </a:solidFill>
            </a:endParaRPr>
          </a:p>
          <a:p>
            <a:pPr indent="-349250" lvl="1" marL="914400" rtl="0" algn="l">
              <a:spcBef>
                <a:spcPts val="1000"/>
              </a:spcBef>
              <a:spcAft>
                <a:spcPts val="0"/>
              </a:spcAft>
              <a:buClr>
                <a:schemeClr val="accent3"/>
              </a:buClr>
              <a:buSzPts val="1900"/>
              <a:buChar char="○"/>
            </a:pPr>
            <a:r>
              <a:rPr lang="en" sz="1900">
                <a:solidFill>
                  <a:schemeClr val="dk1"/>
                </a:solidFill>
              </a:rPr>
              <a:t>sexual orientation</a:t>
            </a:r>
            <a:endParaRPr sz="1900">
              <a:solidFill>
                <a:schemeClr val="dk1"/>
              </a:solidFill>
            </a:endParaRPr>
          </a:p>
          <a:p>
            <a:pPr indent="-349250" lvl="1" marL="914400" rtl="0" algn="l">
              <a:spcBef>
                <a:spcPts val="1000"/>
              </a:spcBef>
              <a:spcAft>
                <a:spcPts val="0"/>
              </a:spcAft>
              <a:buClr>
                <a:schemeClr val="accent3"/>
              </a:buClr>
              <a:buSzPts val="1900"/>
              <a:buChar char="○"/>
            </a:pPr>
            <a:r>
              <a:rPr lang="en" sz="1900">
                <a:solidFill>
                  <a:schemeClr val="dk1"/>
                </a:solidFill>
              </a:rPr>
              <a:t>marital status</a:t>
            </a:r>
            <a:endParaRPr sz="1900">
              <a:solidFill>
                <a:schemeClr val="dk1"/>
              </a:solidFill>
            </a:endParaRPr>
          </a:p>
          <a:p>
            <a:pPr indent="-349250" lvl="1" marL="914400" rtl="0" algn="l">
              <a:spcBef>
                <a:spcPts val="1000"/>
              </a:spcBef>
              <a:spcAft>
                <a:spcPts val="0"/>
              </a:spcAft>
              <a:buClr>
                <a:schemeClr val="accent3"/>
              </a:buClr>
              <a:buSzPts val="1900"/>
              <a:buChar char="○"/>
            </a:pPr>
            <a:r>
              <a:rPr lang="en" sz="1900">
                <a:solidFill>
                  <a:schemeClr val="dk1"/>
                </a:solidFill>
              </a:rPr>
              <a:t>family status</a:t>
            </a:r>
            <a:endParaRPr sz="1900">
              <a:solidFill>
                <a:schemeClr val="dk1"/>
              </a:solidFill>
            </a:endParaRPr>
          </a:p>
          <a:p>
            <a:pPr indent="-349250" lvl="1" marL="914400" rtl="0" algn="l">
              <a:spcBef>
                <a:spcPts val="1000"/>
              </a:spcBef>
              <a:spcAft>
                <a:spcPts val="0"/>
              </a:spcAft>
              <a:buClr>
                <a:schemeClr val="accent3"/>
              </a:buClr>
              <a:buSzPts val="1900"/>
              <a:buChar char="○"/>
            </a:pPr>
            <a:r>
              <a:rPr lang="en" sz="1900">
                <a:solidFill>
                  <a:schemeClr val="dk1"/>
                </a:solidFill>
              </a:rPr>
              <a:t>Disability</a:t>
            </a:r>
            <a:endParaRPr sz="1900">
              <a:solidFill>
                <a:schemeClr val="dk1"/>
              </a:solidFill>
            </a:endParaRPr>
          </a:p>
          <a:p>
            <a:pPr indent="-349250" lvl="1" marL="914400" rtl="0" algn="l">
              <a:spcBef>
                <a:spcPts val="1000"/>
              </a:spcBef>
              <a:spcAft>
                <a:spcPts val="0"/>
              </a:spcAft>
              <a:buClr>
                <a:schemeClr val="accent3"/>
              </a:buClr>
              <a:buSzPts val="1900"/>
              <a:buChar char="○"/>
            </a:pPr>
            <a:r>
              <a:rPr lang="en" sz="1900">
                <a:solidFill>
                  <a:schemeClr val="dk1"/>
                </a:solidFill>
              </a:rPr>
              <a:t>conviction for which a pardon has been granted </a:t>
            </a:r>
            <a:endParaRPr sz="1900">
              <a:solidFill>
                <a:schemeClr val="dk1"/>
              </a:solidFill>
            </a:endParaRPr>
          </a:p>
          <a:p>
            <a:pPr indent="0" lvl="0" marL="914400" rtl="0" algn="l">
              <a:spcBef>
                <a:spcPts val="1000"/>
              </a:spcBef>
              <a:spcAft>
                <a:spcPts val="1000"/>
              </a:spcAft>
              <a:buNone/>
            </a:pPr>
            <a:r>
              <a:t/>
            </a:r>
            <a:endParaRPr sz="19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1539f9d4857_2_0"/>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Challenges to Regulation</a:t>
            </a:r>
            <a:endParaRPr b="1" sz="2600">
              <a:solidFill>
                <a:schemeClr val="lt1"/>
              </a:solidFill>
              <a:latin typeface="Malgun Gothic"/>
              <a:ea typeface="Malgun Gothic"/>
              <a:cs typeface="Malgun Gothic"/>
              <a:sym typeface="Malgun Gothic"/>
            </a:endParaRPr>
          </a:p>
        </p:txBody>
      </p:sp>
      <p:sp>
        <p:nvSpPr>
          <p:cNvPr id="170" name="Google Shape;170;g1539f9d4857_2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71" name="Google Shape;171;g1539f9d4857_2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g1539f9d4857_2_0"/>
          <p:cNvSpPr txBox="1"/>
          <p:nvPr/>
        </p:nvSpPr>
        <p:spPr>
          <a:xfrm>
            <a:off x="311700" y="715500"/>
            <a:ext cx="8089800" cy="44280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00000"/>
              </a:lnSpc>
              <a:spcBef>
                <a:spcPts val="1000"/>
              </a:spcBef>
              <a:spcAft>
                <a:spcPts val="0"/>
              </a:spcAft>
              <a:buClr>
                <a:schemeClr val="accent3"/>
              </a:buClr>
              <a:buSzPts val="1900"/>
              <a:buFont typeface="Arial"/>
              <a:buChar char="❏"/>
            </a:pPr>
            <a:r>
              <a:rPr lang="en" sz="1900"/>
              <a:t>For certain kinds of activity, a licence is required:</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To practice law</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To practice medicine (e.g., prescribe medication)</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 To practice engineering</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To offer financial advice (e.g., investing in equities, futures, commodities)</a:t>
            </a:r>
            <a:endParaRPr sz="1900"/>
          </a:p>
          <a:p>
            <a:pPr indent="-349250" lvl="0" marL="457200" marR="0" rtl="0" algn="l">
              <a:lnSpc>
                <a:spcPct val="100000"/>
              </a:lnSpc>
              <a:spcBef>
                <a:spcPts val="1000"/>
              </a:spcBef>
              <a:spcAft>
                <a:spcPts val="0"/>
              </a:spcAft>
              <a:buClr>
                <a:schemeClr val="accent3"/>
              </a:buClr>
              <a:buSzPts val="1900"/>
              <a:buFont typeface="Arial"/>
              <a:buChar char="❏"/>
            </a:pPr>
            <a:r>
              <a:rPr lang="en" sz="1900"/>
              <a:t> For other kinds of activity, no licence is required</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To create downloadable, self-help legal software.</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To publish newsletter / website about, or develop software for commodities and futures investing.</a:t>
            </a:r>
            <a:endParaRPr sz="1900"/>
          </a:p>
          <a:p>
            <a:pPr indent="0" lvl="0" marL="914400" marR="0" rtl="0" algn="l">
              <a:lnSpc>
                <a:spcPct val="100000"/>
              </a:lnSpc>
              <a:spcBef>
                <a:spcPts val="1000"/>
              </a:spcBef>
              <a:spcAft>
                <a:spcPts val="1000"/>
              </a:spcAft>
              <a:buNone/>
            </a:pPr>
            <a:r>
              <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1539f9d4857_3_16"/>
          <p:cNvSpPr txBox="1"/>
          <p:nvPr>
            <p:ph type="title"/>
          </p:nvPr>
        </p:nvSpPr>
        <p:spPr>
          <a:xfrm>
            <a:off x="311700" y="62600"/>
            <a:ext cx="7692900" cy="492600"/>
          </a:xfrm>
          <a:prstGeom prst="rect">
            <a:avLst/>
          </a:prstGeom>
          <a:solidFill>
            <a:schemeClr val="accent3"/>
          </a:solid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2000"/>
              <a:buFont typeface="Malgun Gothic"/>
              <a:buNone/>
            </a:pPr>
            <a:r>
              <a:rPr b="1" lang="en" sz="2600">
                <a:solidFill>
                  <a:schemeClr val="lt1"/>
                </a:solidFill>
                <a:latin typeface="Malgun Gothic"/>
                <a:ea typeface="Malgun Gothic"/>
                <a:cs typeface="Malgun Gothic"/>
                <a:sym typeface="Malgun Gothic"/>
              </a:rPr>
              <a:t>Censorship &amp; the global net </a:t>
            </a:r>
            <a:endParaRPr b="1" sz="2600">
              <a:solidFill>
                <a:schemeClr val="lt1"/>
              </a:solidFill>
              <a:latin typeface="Malgun Gothic"/>
              <a:ea typeface="Malgun Gothic"/>
              <a:cs typeface="Malgun Gothic"/>
              <a:sym typeface="Malgun Gothic"/>
            </a:endParaRPr>
          </a:p>
        </p:txBody>
      </p:sp>
      <p:sp>
        <p:nvSpPr>
          <p:cNvPr id="178" name="Google Shape;178;g1539f9d4857_3_16"/>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79" name="Google Shape;179;g1539f9d4857_3_16"/>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g1539f9d4857_3_16"/>
          <p:cNvSpPr txBox="1"/>
          <p:nvPr/>
        </p:nvSpPr>
        <p:spPr>
          <a:xfrm>
            <a:off x="311700" y="715500"/>
            <a:ext cx="8089800" cy="4171200"/>
          </a:xfrm>
          <a:prstGeom prst="rect">
            <a:avLst/>
          </a:prstGeom>
          <a:noFill/>
          <a:ln>
            <a:noFill/>
          </a:ln>
        </p:spPr>
        <p:txBody>
          <a:bodyPr anchorCtr="0" anchor="t" bIns="91425" lIns="91425" spcFirstLastPara="1" rIns="91425" wrap="square" tIns="91425">
            <a:spAutoFit/>
          </a:bodyPr>
          <a:lstStyle/>
          <a:p>
            <a:pPr indent="-349250" lvl="0" marL="457200" marR="0" rtl="0" algn="l">
              <a:lnSpc>
                <a:spcPct val="100000"/>
              </a:lnSpc>
              <a:spcBef>
                <a:spcPts val="1000"/>
              </a:spcBef>
              <a:spcAft>
                <a:spcPts val="0"/>
              </a:spcAft>
              <a:buClr>
                <a:schemeClr val="accent3"/>
              </a:buClr>
              <a:buSzPts val="1900"/>
              <a:buFont typeface="Arial"/>
              <a:buChar char="❏"/>
            </a:pPr>
            <a:r>
              <a:rPr lang="en" sz="1900"/>
              <a:t>Internet technology has a global impact on free speech</a:t>
            </a:r>
            <a:endParaRPr sz="1900"/>
          </a:p>
          <a:p>
            <a:pPr indent="-349250" lvl="0" marL="457200" marR="0" rtl="0" algn="l">
              <a:lnSpc>
                <a:spcPct val="100000"/>
              </a:lnSpc>
              <a:spcBef>
                <a:spcPts val="1000"/>
              </a:spcBef>
              <a:spcAft>
                <a:spcPts val="0"/>
              </a:spcAft>
              <a:buClr>
                <a:schemeClr val="accent3"/>
              </a:buClr>
              <a:buSzPts val="1900"/>
              <a:buFont typeface="Arial"/>
              <a:buChar char="❏"/>
            </a:pPr>
            <a:r>
              <a:rPr lang="en" sz="1900"/>
              <a:t> Can be used to avoid censorship</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 Global nature of Internet allows restrictions in one country to be circumvented by using networks in other, less restrictive countries. Such sites are usually posted in the US.</a:t>
            </a:r>
            <a:endParaRPr sz="1900"/>
          </a:p>
          <a:p>
            <a:pPr indent="-349250" lvl="0" marL="457200" marR="0" rtl="0" algn="l">
              <a:lnSpc>
                <a:spcPct val="100000"/>
              </a:lnSpc>
              <a:spcBef>
                <a:spcPts val="1000"/>
              </a:spcBef>
              <a:spcAft>
                <a:spcPts val="0"/>
              </a:spcAft>
              <a:buClr>
                <a:schemeClr val="accent3"/>
              </a:buClr>
              <a:buSzPts val="1900"/>
              <a:buFont typeface="Arial"/>
              <a:buChar char="❏"/>
            </a:pPr>
            <a:r>
              <a:rPr lang="en" sz="1900"/>
              <a:t>Can be used to establish censorship</a:t>
            </a:r>
            <a:endParaRPr sz="1900"/>
          </a:p>
          <a:p>
            <a:pPr indent="-349250" lvl="1" marL="914400" marR="0" rtl="0" algn="l">
              <a:lnSpc>
                <a:spcPct val="100000"/>
              </a:lnSpc>
              <a:spcBef>
                <a:spcPts val="1000"/>
              </a:spcBef>
              <a:spcAft>
                <a:spcPts val="0"/>
              </a:spcAft>
              <a:buClr>
                <a:schemeClr val="accent3"/>
              </a:buClr>
              <a:buSzPts val="1900"/>
              <a:buFont typeface="Arial"/>
              <a:buChar char="○"/>
            </a:pPr>
            <a:r>
              <a:rPr lang="en" sz="1900"/>
              <a:t> Global nature of Internet makes it easier for one nation to impose restrictive standards on others.</a:t>
            </a:r>
            <a:endParaRPr sz="1900"/>
          </a:p>
          <a:p>
            <a:pPr indent="-349250" lvl="0" marL="457200" marR="0" rtl="0" algn="l">
              <a:lnSpc>
                <a:spcPct val="100000"/>
              </a:lnSpc>
              <a:spcBef>
                <a:spcPts val="1000"/>
              </a:spcBef>
              <a:spcAft>
                <a:spcPts val="0"/>
              </a:spcAft>
              <a:buClr>
                <a:schemeClr val="accent3"/>
              </a:buClr>
              <a:buSzPts val="1900"/>
              <a:buFont typeface="Arial"/>
              <a:buChar char="❏"/>
            </a:pPr>
            <a:r>
              <a:rPr lang="en" sz="1900"/>
              <a:t>eBay bans some items for sale (i.e., hate-group memorabilia) because of different cultural standards in different countries.</a:t>
            </a:r>
            <a:endParaRPr sz="1900"/>
          </a:p>
          <a:p>
            <a:pPr indent="0" lvl="0" marL="914400" marR="0" rtl="0" algn="l">
              <a:lnSpc>
                <a:spcPct val="100000"/>
              </a:lnSpc>
              <a:spcBef>
                <a:spcPts val="1000"/>
              </a:spcBef>
              <a:spcAft>
                <a:spcPts val="1000"/>
              </a:spcAft>
              <a:buNone/>
            </a:pPr>
            <a:r>
              <a:t/>
            </a:r>
            <a:endParaRPr b="0" i="0" sz="19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4" name="Shape 184"/>
        <p:cNvGrpSpPr/>
        <p:nvPr/>
      </p:nvGrpSpPr>
      <p:grpSpPr>
        <a:xfrm>
          <a:off x="0" y="0"/>
          <a:ext cx="0" cy="0"/>
          <a:chOff x="0" y="0"/>
          <a:chExt cx="0" cy="0"/>
        </a:xfrm>
      </p:grpSpPr>
      <p:sp>
        <p:nvSpPr>
          <p:cNvPr id="185" name="Google Shape;185;g13fbedf9817_1_0"/>
          <p:cNvSpPr txBox="1"/>
          <p:nvPr>
            <p:ph idx="12" type="sldNum"/>
          </p:nvPr>
        </p:nvSpPr>
        <p:spPr>
          <a:xfrm>
            <a:off x="8137676" y="4583922"/>
            <a:ext cx="4692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86" name="Google Shape;186;g13fbedf9817_1_0"/>
          <p:cNvSpPr/>
          <p:nvPr/>
        </p:nvSpPr>
        <p:spPr>
          <a:xfrm>
            <a:off x="5400675" y="2035975"/>
            <a:ext cx="760800" cy="128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g13fbedf9817_1_0"/>
          <p:cNvSpPr/>
          <p:nvPr/>
        </p:nvSpPr>
        <p:spPr>
          <a:xfrm>
            <a:off x="1176600" y="1740525"/>
            <a:ext cx="6790800" cy="1535700"/>
          </a:xfrm>
          <a:prstGeom prst="roundRect">
            <a:avLst>
              <a:gd fmla="val 16667" name="adj"/>
            </a:avLst>
          </a:prstGeom>
          <a:solidFill>
            <a:schemeClr val="lt2"/>
          </a:solidFill>
          <a:ln cap="flat" cmpd="sng" w="28575">
            <a:solidFill>
              <a:schemeClr val="accent3"/>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600"/>
              <a:buFont typeface="Arial"/>
              <a:buNone/>
            </a:pPr>
            <a:r>
              <a:rPr b="1" i="0" lang="en" sz="3900" u="none" cap="none" strike="noStrike">
                <a:solidFill>
                  <a:schemeClr val="accent3"/>
                </a:solidFill>
                <a:latin typeface="Arial"/>
                <a:ea typeface="Arial"/>
                <a:cs typeface="Arial"/>
                <a:sym typeface="Arial"/>
              </a:rPr>
              <a:t>Thank You</a:t>
            </a:r>
            <a:endParaRPr b="1" i="0" sz="3900" u="none" cap="none" strike="noStrike">
              <a:solidFill>
                <a:schemeClr val="accent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