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obo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http://customooxmlschemas.google.com/">
      <go:slidesCustomData xmlns:go="http://customooxmlschemas.google.com/" r:id="rId20" roundtripDataSignature="AMtx7mg0CDH+UVpyefRio/w28sz2Zjhr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bold.fntdata"/><Relationship Id="rId16" Type="http://schemas.openxmlformats.org/officeDocument/2006/relationships/font" Target="fonts/Roboto-regular.fntdata"/><Relationship Id="rId5" Type="http://schemas.openxmlformats.org/officeDocument/2006/relationships/notesMaster" Target="notesMasters/notesMaster1.xml"/><Relationship Id="rId19" Type="http://schemas.openxmlformats.org/officeDocument/2006/relationships/font" Target="fonts/Roboto-boldItalic.fntdata"/><Relationship Id="rId6" Type="http://schemas.openxmlformats.org/officeDocument/2006/relationships/slide" Target="slides/slide1.xml"/><Relationship Id="rId18"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12cd06712c_0_1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g112cd06712c_0_1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43fda08588_0_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g143fda08588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5acfe8efce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 name="Google Shape;118;g15acfe8efc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fde884e824_0_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gfde884e824_0_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5cb5df8a8e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g15cb5df8a8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5acfe8efce_0_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 name="Google Shape;143;g15acfe8efce_0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44bbcddc71_0_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144bbcddc71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5cb5df8a8e_0_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g15cb5df8a8e_0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3fbedf9817_1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g13fbedf9817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9" name="Shape 9"/>
        <p:cNvGrpSpPr/>
        <p:nvPr/>
      </p:nvGrpSpPr>
      <p:grpSpPr>
        <a:xfrm>
          <a:off x="0" y="0"/>
          <a:ext cx="0" cy="0"/>
          <a:chOff x="0" y="0"/>
          <a:chExt cx="0" cy="0"/>
        </a:xfrm>
      </p:grpSpPr>
      <p:sp>
        <p:nvSpPr>
          <p:cNvPr id="10" name="Google Shape;10;p2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 name="Shape 11"/>
        <p:cNvGrpSpPr/>
        <p:nvPr/>
      </p:nvGrpSpPr>
      <p:grpSpPr>
        <a:xfrm>
          <a:off x="0" y="0"/>
          <a:ext cx="0" cy="0"/>
          <a:chOff x="0" y="0"/>
          <a:chExt cx="0" cy="0"/>
        </a:xfrm>
      </p:grpSpPr>
      <p:sp>
        <p:nvSpPr>
          <p:cNvPr id="12" name="Google Shape;12;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 name="Google Shape;13;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7" name="Google Shape;17;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3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1" name="Google Shape;21;p3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2" name="Google Shape;22;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5" name="Google Shape;25;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type="obj">
  <p:cSld name="OBJECT">
    <p:spTree>
      <p:nvGrpSpPr>
        <p:cNvPr id="26" name="Shape 26"/>
        <p:cNvGrpSpPr/>
        <p:nvPr/>
      </p:nvGrpSpPr>
      <p:grpSpPr>
        <a:xfrm>
          <a:off x="0" y="0"/>
          <a:ext cx="0" cy="0"/>
          <a:chOff x="0" y="0"/>
          <a:chExt cx="0" cy="0"/>
        </a:xfrm>
      </p:grpSpPr>
      <p:sp>
        <p:nvSpPr>
          <p:cNvPr id="27" name="Google Shape;27;g112cd06712c_0_1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8" name="Google Shape;28;g112cd06712c_0_1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 name="Google Shape;29;g112cd06712c_0_1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0" name="Google Shape;30;g112cd06712c_0_1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1" name="Google Shape;31;g112cd06712c_0_1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3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5" name="Shape 35"/>
        <p:cNvGrpSpPr/>
        <p:nvPr/>
      </p:nvGrpSpPr>
      <p:grpSpPr>
        <a:xfrm>
          <a:off x="0" y="0"/>
          <a:ext cx="0" cy="0"/>
          <a:chOff x="0" y="0"/>
          <a:chExt cx="0" cy="0"/>
        </a:xfrm>
      </p:grpSpPr>
      <p:sp>
        <p:nvSpPr>
          <p:cNvPr id="36" name="Google Shape;36;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7" name="Shape 37"/>
        <p:cNvGrpSpPr/>
        <p:nvPr/>
      </p:nvGrpSpPr>
      <p:grpSpPr>
        <a:xfrm>
          <a:off x="0" y="0"/>
          <a:ext cx="0" cy="0"/>
          <a:chOff x="0" y="0"/>
          <a:chExt cx="0" cy="0"/>
        </a:xfrm>
      </p:grpSpPr>
      <p:sp>
        <p:nvSpPr>
          <p:cNvPr id="38" name="Google Shape;38;gf59b91e696_0_41"/>
          <p:cNvSpPr txBox="1"/>
          <p:nvPr>
            <p:ph type="title"/>
          </p:nvPr>
        </p:nvSpPr>
        <p:spPr>
          <a:xfrm>
            <a:off x="967739" y="-11430"/>
            <a:ext cx="7200900" cy="10698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800"/>
              <a:buNone/>
              <a:defRPr b="0" i="0" sz="4600">
                <a:solidFill>
                  <a:srgbClr val="2B7B9E"/>
                </a:solidFill>
                <a:latin typeface="Calibri"/>
                <a:ea typeface="Calibri"/>
                <a:cs typeface="Calibri"/>
                <a:sym typeface="Calibri"/>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9" name="Google Shape;39;gf59b91e696_0_41"/>
          <p:cNvSpPr txBox="1"/>
          <p:nvPr>
            <p:ph idx="1" type="body"/>
          </p:nvPr>
        </p:nvSpPr>
        <p:spPr>
          <a:xfrm>
            <a:off x="628650" y="1038987"/>
            <a:ext cx="5144100" cy="3135600"/>
          </a:xfrm>
          <a:prstGeom prst="rect">
            <a:avLst/>
          </a:prstGeom>
          <a:noFill/>
          <a:ln>
            <a:noFill/>
          </a:ln>
        </p:spPr>
        <p:txBody>
          <a:bodyPr anchorCtr="0" anchor="t" bIns="0" lIns="0" spcFirstLastPara="1" rIns="0" wrap="square" tIns="0">
            <a:spAutoFit/>
          </a:bodyPr>
          <a:lstStyle>
            <a:lvl1pPr indent="-228600" lvl="0" marL="457200" algn="l">
              <a:lnSpc>
                <a:spcPct val="115000"/>
              </a:lnSpc>
              <a:spcBef>
                <a:spcPts val="0"/>
              </a:spcBef>
              <a:spcAft>
                <a:spcPts val="0"/>
              </a:spcAft>
              <a:buSzPts val="1800"/>
              <a:buNone/>
              <a:defRPr b="0" i="0" sz="2400">
                <a:solidFill>
                  <a:srgbClr val="585858"/>
                </a:solidFill>
                <a:latin typeface="Calibri"/>
                <a:ea typeface="Calibri"/>
                <a:cs typeface="Calibri"/>
                <a:sym typeface="Calibri"/>
              </a:defRPr>
            </a:lvl1pPr>
            <a:lvl2pPr indent="-228600" lvl="1" marL="914400" algn="l">
              <a:lnSpc>
                <a:spcPct val="115000"/>
              </a:lnSpc>
              <a:spcBef>
                <a:spcPts val="0"/>
              </a:spcBef>
              <a:spcAft>
                <a:spcPts val="0"/>
              </a:spcAft>
              <a:buSzPts val="1400"/>
              <a:buNone/>
              <a:defRPr/>
            </a:lvl2pPr>
            <a:lvl3pPr indent="-228600" lvl="2" marL="1371600" algn="l">
              <a:lnSpc>
                <a:spcPct val="115000"/>
              </a:lnSpc>
              <a:spcBef>
                <a:spcPts val="0"/>
              </a:spcBef>
              <a:spcAft>
                <a:spcPts val="0"/>
              </a:spcAft>
              <a:buSzPts val="1400"/>
              <a:buNone/>
              <a:defRPr/>
            </a:lvl3pPr>
            <a:lvl4pPr indent="-228600" lvl="3" marL="1828800" algn="l">
              <a:lnSpc>
                <a:spcPct val="115000"/>
              </a:lnSpc>
              <a:spcBef>
                <a:spcPts val="0"/>
              </a:spcBef>
              <a:spcAft>
                <a:spcPts val="0"/>
              </a:spcAft>
              <a:buSzPts val="1400"/>
              <a:buNone/>
              <a:defRPr/>
            </a:lvl4pPr>
            <a:lvl5pPr indent="-228600" lvl="4" marL="2286000" algn="l">
              <a:lnSpc>
                <a:spcPct val="115000"/>
              </a:lnSpc>
              <a:spcBef>
                <a:spcPts val="0"/>
              </a:spcBef>
              <a:spcAft>
                <a:spcPts val="0"/>
              </a:spcAft>
              <a:buSzPts val="1400"/>
              <a:buNone/>
              <a:defRPr/>
            </a:lvl5pPr>
            <a:lvl6pPr indent="-228600" lvl="5" marL="2743200" algn="l">
              <a:lnSpc>
                <a:spcPct val="115000"/>
              </a:lnSpc>
              <a:spcBef>
                <a:spcPts val="0"/>
              </a:spcBef>
              <a:spcAft>
                <a:spcPts val="0"/>
              </a:spcAft>
              <a:buSzPts val="1400"/>
              <a:buNone/>
              <a:defRPr/>
            </a:lvl6pPr>
            <a:lvl7pPr indent="-228600" lvl="6" marL="3200400" algn="l">
              <a:lnSpc>
                <a:spcPct val="115000"/>
              </a:lnSpc>
              <a:spcBef>
                <a:spcPts val="0"/>
              </a:spcBef>
              <a:spcAft>
                <a:spcPts val="0"/>
              </a:spcAft>
              <a:buSzPts val="1400"/>
              <a:buNone/>
              <a:defRPr/>
            </a:lvl7pPr>
            <a:lvl8pPr indent="-228600" lvl="7" marL="3657600" algn="l">
              <a:lnSpc>
                <a:spcPct val="115000"/>
              </a:lnSpc>
              <a:spcBef>
                <a:spcPts val="0"/>
              </a:spcBef>
              <a:spcAft>
                <a:spcPts val="0"/>
              </a:spcAft>
              <a:buSzPts val="1400"/>
              <a:buNone/>
              <a:defRPr/>
            </a:lvl8pPr>
            <a:lvl9pPr indent="-228600" lvl="8" marL="4114800" algn="l">
              <a:lnSpc>
                <a:spcPct val="115000"/>
              </a:lnSpc>
              <a:spcBef>
                <a:spcPts val="0"/>
              </a:spcBef>
              <a:spcAft>
                <a:spcPts val="0"/>
              </a:spcAft>
              <a:buSzPts val="1400"/>
              <a:buNone/>
              <a:defRPr/>
            </a:lvl9pPr>
          </a:lstStyle>
          <a:p/>
        </p:txBody>
      </p:sp>
      <p:sp>
        <p:nvSpPr>
          <p:cNvPr id="40" name="Google Shape;40;gf59b91e696_0_41"/>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1" name="Google Shape;41;gf59b91e696_0_41"/>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2" name="Google Shape;42;gf59b91e696_0_41"/>
          <p:cNvSpPr txBox="1"/>
          <p:nvPr>
            <p:ph idx="12" type="sldNum"/>
          </p:nvPr>
        </p:nvSpPr>
        <p:spPr>
          <a:xfrm>
            <a:off x="6583680" y="4783455"/>
            <a:ext cx="2103000" cy="153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800">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3" name="Shape 43"/>
        <p:cNvGrpSpPr/>
        <p:nvPr/>
      </p:nvGrpSpPr>
      <p:grpSpPr>
        <a:xfrm>
          <a:off x="0" y="0"/>
          <a:ext cx="0" cy="0"/>
          <a:chOff x="0" y="0"/>
          <a:chExt cx="0" cy="0"/>
        </a:xfrm>
      </p:grpSpPr>
      <p:sp>
        <p:nvSpPr>
          <p:cNvPr id="44" name="Google Shape;44;p3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45" name="Google Shape;45;p3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6" name="Google Shape;46;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3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9" name="Google Shape;49;p3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0" name="Google Shape;50;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3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3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4" name="Google Shape;54;p3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3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6" name="Google Shape;56;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3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9" name="Google Shape;59;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3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2" name="Google Shape;62;p3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63" name="Google Shape;63;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p:cSld name="ONE_COLUMN_TEXT_1">
    <p:spTree>
      <p:nvGrpSpPr>
        <p:cNvPr id="64" name="Shape 64"/>
        <p:cNvGrpSpPr/>
        <p:nvPr/>
      </p:nvGrpSpPr>
      <p:grpSpPr>
        <a:xfrm>
          <a:off x="0" y="0"/>
          <a:ext cx="0" cy="0"/>
          <a:chOff x="0" y="0"/>
          <a:chExt cx="0" cy="0"/>
        </a:xfrm>
      </p:grpSpPr>
      <p:sp>
        <p:nvSpPr>
          <p:cNvPr id="65" name="Google Shape;65;p38"/>
          <p:cNvSpPr/>
          <p:nvPr/>
        </p:nvSpPr>
        <p:spPr>
          <a:xfrm>
            <a:off x="9" y="-962172"/>
            <a:ext cx="9233805" cy="6330149"/>
          </a:xfrm>
          <a:custGeom>
            <a:rect b="b" l="l" r="r" t="t"/>
            <a:pathLst>
              <a:path extrusionOk="0" h="72886" w="106319">
                <a:moveTo>
                  <a:pt x="98047" y="17578"/>
                </a:moveTo>
                <a:cubicBezTo>
                  <a:pt x="90726" y="25294"/>
                  <a:pt x="78229" y="26537"/>
                  <a:pt x="85120" y="17578"/>
                </a:cubicBezTo>
                <a:cubicBezTo>
                  <a:pt x="89094" y="12414"/>
                  <a:pt x="90660" y="5194"/>
                  <a:pt x="91276" y="1"/>
                </a:cubicBezTo>
                <a:lnTo>
                  <a:pt x="0" y="1"/>
                </a:lnTo>
                <a:lnTo>
                  <a:pt x="0" y="64267"/>
                </a:lnTo>
                <a:cubicBezTo>
                  <a:pt x="1853" y="61996"/>
                  <a:pt x="5128" y="58082"/>
                  <a:pt x="7238" y="50485"/>
                </a:cubicBezTo>
                <a:cubicBezTo>
                  <a:pt x="12754" y="30673"/>
                  <a:pt x="28951" y="29985"/>
                  <a:pt x="35083" y="37217"/>
                </a:cubicBezTo>
                <a:cubicBezTo>
                  <a:pt x="41980" y="45357"/>
                  <a:pt x="33105" y="66114"/>
                  <a:pt x="48531" y="72886"/>
                </a:cubicBezTo>
                <a:lnTo>
                  <a:pt x="106319" y="72886"/>
                </a:lnTo>
                <a:lnTo>
                  <a:pt x="106319" y="1"/>
                </a:lnTo>
                <a:lnTo>
                  <a:pt x="105877" y="1"/>
                </a:lnTo>
                <a:cubicBezTo>
                  <a:pt x="105106" y="4399"/>
                  <a:pt x="103086" y="12271"/>
                  <a:pt x="98047" y="17578"/>
                </a:cubicBezTo>
                <a:close/>
              </a:path>
            </a:pathLst>
          </a:custGeom>
          <a:gradFill>
            <a:gsLst>
              <a:gs pos="0">
                <a:srgbClr val="FFFEFE"/>
              </a:gs>
              <a:gs pos="65000">
                <a:srgbClr val="ECECEC"/>
              </a:gs>
              <a:gs pos="100000">
                <a:schemeClr val="accent3"/>
              </a:gs>
            </a:gsLst>
            <a:lin ang="5400700" scaled="0"/>
          </a:gradFill>
          <a:ln>
            <a:noFill/>
          </a:ln>
          <a:effectLst>
            <a:outerShdw blurRad="57150" rotWithShape="0" algn="bl" dist="19050">
              <a:srgbClr val="B7B7B7">
                <a:alpha val="6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6" name="Google Shape;66;p38"/>
          <p:cNvGrpSpPr/>
          <p:nvPr/>
        </p:nvGrpSpPr>
        <p:grpSpPr>
          <a:xfrm>
            <a:off x="3247824" y="-408375"/>
            <a:ext cx="5985963" cy="5776828"/>
            <a:chOff x="2407800" y="3054100"/>
            <a:chExt cx="1723075" cy="1662875"/>
          </a:xfrm>
        </p:grpSpPr>
        <p:sp>
          <p:nvSpPr>
            <p:cNvPr id="67" name="Google Shape;67;p38"/>
            <p:cNvSpPr/>
            <p:nvPr/>
          </p:nvSpPr>
          <p:spPr>
            <a:xfrm>
              <a:off x="2407800" y="3054100"/>
              <a:ext cx="1723075" cy="1662725"/>
            </a:xfrm>
            <a:custGeom>
              <a:rect b="b" l="l" r="r" t="t"/>
              <a:pathLst>
                <a:path extrusionOk="0" h="66509" w="68923">
                  <a:moveTo>
                    <a:pt x="68923" y="1"/>
                  </a:moveTo>
                  <a:cubicBezTo>
                    <a:pt x="68923" y="1"/>
                    <a:pt x="66682" y="14476"/>
                    <a:pt x="52039" y="20507"/>
                  </a:cubicBezTo>
                  <a:cubicBezTo>
                    <a:pt x="37396" y="26537"/>
                    <a:pt x="26877" y="21194"/>
                    <a:pt x="16543" y="24296"/>
                  </a:cubicBezTo>
                  <a:cubicBezTo>
                    <a:pt x="6204" y="27398"/>
                    <a:pt x="0" y="40839"/>
                    <a:pt x="6204" y="52900"/>
                  </a:cubicBezTo>
                  <a:cubicBezTo>
                    <a:pt x="12408" y="64961"/>
                    <a:pt x="24642" y="66509"/>
                    <a:pt x="24642" y="66509"/>
                  </a:cubicBezTo>
                  <a:lnTo>
                    <a:pt x="68923" y="66509"/>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5400000" dist="19050">
                <a:srgbClr val="999999">
                  <a:alpha val="44705"/>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38"/>
            <p:cNvSpPr/>
            <p:nvPr/>
          </p:nvSpPr>
          <p:spPr>
            <a:xfrm>
              <a:off x="2584850" y="3364300"/>
              <a:ext cx="1546025" cy="1352675"/>
            </a:xfrm>
            <a:custGeom>
              <a:rect b="b" l="l" r="r" t="t"/>
              <a:pathLst>
                <a:path extrusionOk="0" h="54107" w="61841">
                  <a:moveTo>
                    <a:pt x="61841" y="0"/>
                  </a:moveTo>
                  <a:cubicBezTo>
                    <a:pt x="61841" y="0"/>
                    <a:pt x="58566" y="8439"/>
                    <a:pt x="40815" y="11888"/>
                  </a:cubicBezTo>
                  <a:cubicBezTo>
                    <a:pt x="23070" y="15336"/>
                    <a:pt x="7943" y="12426"/>
                    <a:pt x="4118" y="27050"/>
                  </a:cubicBezTo>
                  <a:cubicBezTo>
                    <a:pt x="0" y="42781"/>
                    <a:pt x="17554" y="54107"/>
                    <a:pt x="17554" y="54107"/>
                  </a:cubicBezTo>
                  <a:lnTo>
                    <a:pt x="61841" y="54107"/>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10800000" dist="19050">
                <a:srgbClr val="B7B7B7">
                  <a:alpha val="4117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38"/>
            <p:cNvSpPr/>
            <p:nvPr/>
          </p:nvSpPr>
          <p:spPr>
            <a:xfrm>
              <a:off x="2799700" y="3644300"/>
              <a:ext cx="1331175" cy="1072525"/>
            </a:xfrm>
            <a:custGeom>
              <a:rect b="b" l="l" r="r" t="t"/>
              <a:pathLst>
                <a:path extrusionOk="0" h="42901" w="53247">
                  <a:moveTo>
                    <a:pt x="53247" y="0"/>
                  </a:moveTo>
                  <a:cubicBezTo>
                    <a:pt x="53247" y="0"/>
                    <a:pt x="49625" y="4363"/>
                    <a:pt x="32568" y="5021"/>
                  </a:cubicBezTo>
                  <a:cubicBezTo>
                    <a:pt x="15510" y="5684"/>
                    <a:pt x="3790" y="6270"/>
                    <a:pt x="1895" y="19502"/>
                  </a:cubicBezTo>
                  <a:cubicBezTo>
                    <a:pt x="1" y="32734"/>
                    <a:pt x="10687" y="42901"/>
                    <a:pt x="10687" y="42901"/>
                  </a:cubicBezTo>
                  <a:lnTo>
                    <a:pt x="53247" y="42901"/>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10800000" dist="19050">
                <a:srgbClr val="B7B7B7">
                  <a:alpha val="4117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38"/>
            <p:cNvSpPr/>
            <p:nvPr/>
          </p:nvSpPr>
          <p:spPr>
            <a:xfrm>
              <a:off x="2799700" y="3644300"/>
              <a:ext cx="1331175" cy="1072525"/>
            </a:xfrm>
            <a:custGeom>
              <a:rect b="b" l="l" r="r" t="t"/>
              <a:pathLst>
                <a:path extrusionOk="0" fill="none" h="42901" w="53247">
                  <a:moveTo>
                    <a:pt x="53247" y="0"/>
                  </a:moveTo>
                  <a:cubicBezTo>
                    <a:pt x="53247" y="0"/>
                    <a:pt x="49625" y="4363"/>
                    <a:pt x="32568" y="5021"/>
                  </a:cubicBezTo>
                  <a:cubicBezTo>
                    <a:pt x="15510" y="5684"/>
                    <a:pt x="3790" y="6270"/>
                    <a:pt x="1895" y="19502"/>
                  </a:cubicBezTo>
                  <a:cubicBezTo>
                    <a:pt x="1" y="32734"/>
                    <a:pt x="10687" y="42901"/>
                    <a:pt x="10687" y="42901"/>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38"/>
            <p:cNvSpPr/>
            <p:nvPr/>
          </p:nvSpPr>
          <p:spPr>
            <a:xfrm>
              <a:off x="2584850" y="3364300"/>
              <a:ext cx="1546025" cy="1352675"/>
            </a:xfrm>
            <a:custGeom>
              <a:rect b="b" l="l" r="r" t="t"/>
              <a:pathLst>
                <a:path extrusionOk="0" fill="none" h="54107" w="61841">
                  <a:moveTo>
                    <a:pt x="61841" y="0"/>
                  </a:moveTo>
                  <a:cubicBezTo>
                    <a:pt x="61841" y="0"/>
                    <a:pt x="58566" y="8439"/>
                    <a:pt x="40815" y="11888"/>
                  </a:cubicBezTo>
                  <a:cubicBezTo>
                    <a:pt x="23070" y="15336"/>
                    <a:pt x="7943" y="12426"/>
                    <a:pt x="4118" y="27050"/>
                  </a:cubicBezTo>
                  <a:cubicBezTo>
                    <a:pt x="0" y="42781"/>
                    <a:pt x="17554" y="54107"/>
                    <a:pt x="17554" y="54107"/>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38"/>
            <p:cNvSpPr/>
            <p:nvPr/>
          </p:nvSpPr>
          <p:spPr>
            <a:xfrm>
              <a:off x="2407800" y="3054100"/>
              <a:ext cx="1723075" cy="1662725"/>
            </a:xfrm>
            <a:custGeom>
              <a:rect b="b" l="l" r="r" t="t"/>
              <a:pathLst>
                <a:path extrusionOk="0" fill="none" h="66509" w="68923">
                  <a:moveTo>
                    <a:pt x="68923" y="1"/>
                  </a:moveTo>
                  <a:cubicBezTo>
                    <a:pt x="68923" y="1"/>
                    <a:pt x="66682" y="14476"/>
                    <a:pt x="52039" y="20507"/>
                  </a:cubicBezTo>
                  <a:cubicBezTo>
                    <a:pt x="37396" y="26537"/>
                    <a:pt x="26877" y="21194"/>
                    <a:pt x="16543" y="24296"/>
                  </a:cubicBezTo>
                  <a:cubicBezTo>
                    <a:pt x="6204" y="27398"/>
                    <a:pt x="0" y="40839"/>
                    <a:pt x="6204" y="52900"/>
                  </a:cubicBezTo>
                  <a:cubicBezTo>
                    <a:pt x="12408" y="64961"/>
                    <a:pt x="24642" y="66509"/>
                    <a:pt x="24642" y="66509"/>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3" name="Google Shape;73;p38"/>
          <p:cNvGrpSpPr/>
          <p:nvPr/>
        </p:nvGrpSpPr>
        <p:grpSpPr>
          <a:xfrm>
            <a:off x="-17" y="-962218"/>
            <a:ext cx="7767430" cy="4298033"/>
            <a:chOff x="1472900" y="2894675"/>
            <a:chExt cx="2235875" cy="1237200"/>
          </a:xfrm>
        </p:grpSpPr>
        <p:sp>
          <p:nvSpPr>
            <p:cNvPr id="74" name="Google Shape;74;p38"/>
            <p:cNvSpPr/>
            <p:nvPr/>
          </p:nvSpPr>
          <p:spPr>
            <a:xfrm>
              <a:off x="1472900" y="2894675"/>
              <a:ext cx="2235875" cy="1237200"/>
            </a:xfrm>
            <a:custGeom>
              <a:rect b="b" l="l" r="r" t="t"/>
              <a:pathLst>
                <a:path extrusionOk="0" h="49488" w="89435">
                  <a:moveTo>
                    <a:pt x="0" y="49487"/>
                  </a:moveTo>
                  <a:cubicBezTo>
                    <a:pt x="0" y="49487"/>
                    <a:pt x="4190" y="33691"/>
                    <a:pt x="19992" y="27224"/>
                  </a:cubicBezTo>
                  <a:cubicBezTo>
                    <a:pt x="38944" y="19473"/>
                    <a:pt x="46331" y="28665"/>
                    <a:pt x="65827" y="23608"/>
                  </a:cubicBezTo>
                  <a:cubicBezTo>
                    <a:pt x="85317" y="18546"/>
                    <a:pt x="89435" y="1"/>
                    <a:pt x="89435" y="1"/>
                  </a:cubicBezTo>
                  <a:lnTo>
                    <a:pt x="6" y="1"/>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8820000" dist="19050">
                <a:srgbClr val="B7B7B7">
                  <a:alpha val="44705"/>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38"/>
            <p:cNvSpPr/>
            <p:nvPr/>
          </p:nvSpPr>
          <p:spPr>
            <a:xfrm>
              <a:off x="1472900" y="2894675"/>
              <a:ext cx="1990250" cy="1016650"/>
            </a:xfrm>
            <a:custGeom>
              <a:rect b="b" l="l" r="r" t="t"/>
              <a:pathLst>
                <a:path extrusionOk="0" h="40666" w="79610">
                  <a:moveTo>
                    <a:pt x="0" y="40666"/>
                  </a:moveTo>
                  <a:cubicBezTo>
                    <a:pt x="0" y="40666"/>
                    <a:pt x="2743" y="28975"/>
                    <a:pt x="17410" y="23608"/>
                  </a:cubicBezTo>
                  <a:cubicBezTo>
                    <a:pt x="31109" y="18594"/>
                    <a:pt x="41508" y="24887"/>
                    <a:pt x="59342" y="20261"/>
                  </a:cubicBezTo>
                  <a:cubicBezTo>
                    <a:pt x="77177" y="15630"/>
                    <a:pt x="79609" y="1"/>
                    <a:pt x="79609" y="1"/>
                  </a:cubicBezTo>
                  <a:lnTo>
                    <a:pt x="0" y="1"/>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6600000" dist="19050">
                <a:srgbClr val="B7B7B7">
                  <a:alpha val="42745"/>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38"/>
            <p:cNvSpPr/>
            <p:nvPr/>
          </p:nvSpPr>
          <p:spPr>
            <a:xfrm>
              <a:off x="1472900" y="2894675"/>
              <a:ext cx="1754175" cy="766825"/>
            </a:xfrm>
            <a:custGeom>
              <a:rect b="b" l="l" r="r" t="t"/>
              <a:pathLst>
                <a:path extrusionOk="0" h="30673" w="70167">
                  <a:moveTo>
                    <a:pt x="0" y="30673"/>
                  </a:moveTo>
                  <a:cubicBezTo>
                    <a:pt x="0" y="30673"/>
                    <a:pt x="4136" y="22228"/>
                    <a:pt x="16436" y="18953"/>
                  </a:cubicBezTo>
                  <a:cubicBezTo>
                    <a:pt x="28443" y="15761"/>
                    <a:pt x="35352" y="21194"/>
                    <a:pt x="50539" y="17255"/>
                  </a:cubicBezTo>
                  <a:cubicBezTo>
                    <a:pt x="65725" y="13311"/>
                    <a:pt x="70166" y="1"/>
                    <a:pt x="70166" y="1"/>
                  </a:cubicBezTo>
                  <a:lnTo>
                    <a:pt x="0" y="1"/>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2580000" dist="19050">
                <a:srgbClr val="D9D9D9">
                  <a:alpha val="42745"/>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38"/>
            <p:cNvSpPr/>
            <p:nvPr/>
          </p:nvSpPr>
          <p:spPr>
            <a:xfrm>
              <a:off x="1472900" y="2894675"/>
              <a:ext cx="1754175" cy="766825"/>
            </a:xfrm>
            <a:custGeom>
              <a:rect b="b" l="l" r="r" t="t"/>
              <a:pathLst>
                <a:path extrusionOk="0" fill="none" h="30673" w="70167">
                  <a:moveTo>
                    <a:pt x="0" y="30673"/>
                  </a:moveTo>
                  <a:cubicBezTo>
                    <a:pt x="0" y="30673"/>
                    <a:pt x="4136" y="22228"/>
                    <a:pt x="16436" y="18953"/>
                  </a:cubicBezTo>
                  <a:cubicBezTo>
                    <a:pt x="28443" y="15761"/>
                    <a:pt x="35352" y="21194"/>
                    <a:pt x="50539" y="17255"/>
                  </a:cubicBezTo>
                  <a:cubicBezTo>
                    <a:pt x="65725" y="13311"/>
                    <a:pt x="70166" y="1"/>
                    <a:pt x="70166" y="1"/>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38"/>
            <p:cNvSpPr/>
            <p:nvPr/>
          </p:nvSpPr>
          <p:spPr>
            <a:xfrm>
              <a:off x="1472900" y="2894675"/>
              <a:ext cx="1990250" cy="1016650"/>
            </a:xfrm>
            <a:custGeom>
              <a:rect b="b" l="l" r="r" t="t"/>
              <a:pathLst>
                <a:path extrusionOk="0" fill="none" h="40666" w="79610">
                  <a:moveTo>
                    <a:pt x="0" y="40666"/>
                  </a:moveTo>
                  <a:cubicBezTo>
                    <a:pt x="0" y="40666"/>
                    <a:pt x="2743" y="28975"/>
                    <a:pt x="17410" y="23608"/>
                  </a:cubicBezTo>
                  <a:cubicBezTo>
                    <a:pt x="31109" y="18594"/>
                    <a:pt x="41508" y="24887"/>
                    <a:pt x="59342" y="20261"/>
                  </a:cubicBezTo>
                  <a:cubicBezTo>
                    <a:pt x="77177" y="15630"/>
                    <a:pt x="79609" y="1"/>
                    <a:pt x="79609" y="1"/>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38"/>
            <p:cNvSpPr/>
            <p:nvPr/>
          </p:nvSpPr>
          <p:spPr>
            <a:xfrm>
              <a:off x="1472900" y="2894675"/>
              <a:ext cx="2235875" cy="1237200"/>
            </a:xfrm>
            <a:custGeom>
              <a:rect b="b" l="l" r="r" t="t"/>
              <a:pathLst>
                <a:path extrusionOk="0" fill="none" h="49488" w="89435">
                  <a:moveTo>
                    <a:pt x="0" y="49487"/>
                  </a:moveTo>
                  <a:cubicBezTo>
                    <a:pt x="0" y="49487"/>
                    <a:pt x="4190" y="33691"/>
                    <a:pt x="19992" y="27224"/>
                  </a:cubicBezTo>
                  <a:cubicBezTo>
                    <a:pt x="38944" y="19473"/>
                    <a:pt x="46331" y="28665"/>
                    <a:pt x="65827" y="23608"/>
                  </a:cubicBezTo>
                  <a:cubicBezTo>
                    <a:pt x="85317" y="18546"/>
                    <a:pt x="89435" y="1"/>
                    <a:pt x="89435" y="1"/>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0" name="Google Shape;80;p38"/>
          <p:cNvSpPr/>
          <p:nvPr/>
        </p:nvSpPr>
        <p:spPr>
          <a:xfrm>
            <a:off x="720000" y="995250"/>
            <a:ext cx="3706500" cy="3153000"/>
          </a:xfrm>
          <a:prstGeom prst="roundRect">
            <a:avLst>
              <a:gd fmla="val 8467" name="adj"/>
            </a:avLst>
          </a:prstGeom>
          <a:solidFill>
            <a:schemeClr val="lt2"/>
          </a:solidFill>
          <a:ln>
            <a:noFill/>
          </a:ln>
          <a:effectLst>
            <a:outerShdw blurRad="185738" rotWithShape="0" algn="bl" dir="6120000" dist="66675">
              <a:srgbClr val="999999">
                <a:alpha val="5176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38"/>
          <p:cNvSpPr txBox="1"/>
          <p:nvPr>
            <p:ph type="title"/>
          </p:nvPr>
        </p:nvSpPr>
        <p:spPr>
          <a:xfrm>
            <a:off x="1169275" y="1377288"/>
            <a:ext cx="2808000" cy="465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82" name="Google Shape;82;p38"/>
          <p:cNvSpPr txBox="1"/>
          <p:nvPr>
            <p:ph idx="1" type="subTitle"/>
          </p:nvPr>
        </p:nvSpPr>
        <p:spPr>
          <a:xfrm>
            <a:off x="1169275" y="1948813"/>
            <a:ext cx="2808000" cy="1817400"/>
          </a:xfrm>
          <a:prstGeom prst="rect">
            <a:avLst/>
          </a:prstGeom>
          <a:noFill/>
          <a:ln>
            <a:noFill/>
          </a:ln>
        </p:spPr>
        <p:txBody>
          <a:bodyPr anchorCtr="0" anchor="t" bIns="91425" lIns="91425" spcFirstLastPara="1" rIns="91425" wrap="square" tIns="91425">
            <a:normAutofit/>
          </a:bodyPr>
          <a:lstStyle>
            <a:lvl1pPr lvl="0" algn="l">
              <a:lnSpc>
                <a:spcPct val="115000"/>
              </a:lnSpc>
              <a:spcBef>
                <a:spcPts val="0"/>
              </a:spcBef>
              <a:spcAft>
                <a:spcPts val="0"/>
              </a:spcAft>
              <a:buClr>
                <a:schemeClr val="dk1"/>
              </a:buClr>
              <a:buSzPts val="20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83" name="Google Shape;83;p3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Subtitle">
  <p:cSld name="Title-Subtitle">
    <p:spTree>
      <p:nvGrpSpPr>
        <p:cNvPr id="84" name="Shape 84"/>
        <p:cNvGrpSpPr/>
        <p:nvPr/>
      </p:nvGrpSpPr>
      <p:grpSpPr>
        <a:xfrm>
          <a:off x="0" y="0"/>
          <a:ext cx="0" cy="0"/>
          <a:chOff x="0" y="0"/>
          <a:chExt cx="0" cy="0"/>
        </a:xfrm>
      </p:grpSpPr>
      <p:sp>
        <p:nvSpPr>
          <p:cNvPr id="85" name="Google Shape;85;p39"/>
          <p:cNvSpPr txBox="1"/>
          <p:nvPr>
            <p:ph idx="1" type="body"/>
          </p:nvPr>
        </p:nvSpPr>
        <p:spPr>
          <a:xfrm>
            <a:off x="387819" y="730530"/>
            <a:ext cx="8368500" cy="173400"/>
          </a:xfrm>
          <a:prstGeom prst="rect">
            <a:avLst/>
          </a:prstGeom>
          <a:noFill/>
          <a:ln>
            <a:noFill/>
          </a:ln>
        </p:spPr>
        <p:txBody>
          <a:bodyPr anchorCtr="0" anchor="ctr" bIns="0" lIns="0" spcFirstLastPara="1" rIns="0" wrap="square" tIns="0">
            <a:normAutofit/>
          </a:bodyPr>
          <a:lstStyle>
            <a:lvl1pPr indent="-228600" lvl="0" marL="457200" marR="0" algn="l">
              <a:lnSpc>
                <a:spcPct val="115000"/>
              </a:lnSpc>
              <a:spcBef>
                <a:spcPts val="220"/>
              </a:spcBef>
              <a:spcAft>
                <a:spcPts val="0"/>
              </a:spcAft>
              <a:buClr>
                <a:srgbClr val="7F7F7F"/>
              </a:buClr>
              <a:buSzPts val="1100"/>
              <a:buFont typeface="Arial"/>
              <a:buNone/>
              <a:defRPr b="0" i="0" sz="1100" u="none" cap="none" strike="noStrike">
                <a:solidFill>
                  <a:srgbClr val="7F7F7F"/>
                </a:solidFill>
                <a:latin typeface="Roboto"/>
                <a:ea typeface="Roboto"/>
                <a:cs typeface="Roboto"/>
                <a:sym typeface="Roboto"/>
              </a:defRPr>
            </a:lvl1pPr>
            <a:lvl2pPr indent="-228600" lvl="1" marL="914400" marR="0" algn="l">
              <a:lnSpc>
                <a:spcPct val="115000"/>
              </a:lnSpc>
              <a:spcBef>
                <a:spcPts val="12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2pPr>
            <a:lvl3pPr indent="-228600" lvl="2" marL="1371600" marR="0" algn="l">
              <a:lnSpc>
                <a:spcPct val="115000"/>
              </a:lnSpc>
              <a:spcBef>
                <a:spcPts val="1200"/>
              </a:spcBef>
              <a:spcAft>
                <a:spcPts val="0"/>
              </a:spcAft>
              <a:buClr>
                <a:schemeClr val="dk1"/>
              </a:buClr>
              <a:buSzPts val="1000"/>
              <a:buFont typeface="Arial"/>
              <a:buNone/>
              <a:defRPr b="0" i="0" sz="1000" u="none" cap="none" strike="noStrike">
                <a:solidFill>
                  <a:schemeClr val="dk1"/>
                </a:solidFill>
                <a:latin typeface="Roboto"/>
                <a:ea typeface="Roboto"/>
                <a:cs typeface="Roboto"/>
                <a:sym typeface="Roboto"/>
              </a:defRPr>
            </a:lvl3pPr>
            <a:lvl4pPr indent="-228600" lvl="3" marL="1828800" marR="0" algn="l">
              <a:lnSpc>
                <a:spcPct val="115000"/>
              </a:lnSpc>
              <a:spcBef>
                <a:spcPts val="120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4pPr>
            <a:lvl5pPr indent="-228600" lvl="4" marL="2286000" marR="0" algn="l">
              <a:lnSpc>
                <a:spcPct val="115000"/>
              </a:lnSpc>
              <a:spcBef>
                <a:spcPts val="120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5pPr>
            <a:lvl6pPr indent="-228600" lvl="5" marL="2743200" marR="0" algn="l">
              <a:lnSpc>
                <a:spcPct val="115000"/>
              </a:lnSpc>
              <a:spcBef>
                <a:spcPts val="120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6pPr>
            <a:lvl7pPr indent="-228600" lvl="6" marL="3200400" marR="0" algn="l">
              <a:lnSpc>
                <a:spcPct val="115000"/>
              </a:lnSpc>
              <a:spcBef>
                <a:spcPts val="120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7pPr>
            <a:lvl8pPr indent="-228600" lvl="7" marL="3657600" marR="0" algn="l">
              <a:lnSpc>
                <a:spcPct val="115000"/>
              </a:lnSpc>
              <a:spcBef>
                <a:spcPts val="120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8pPr>
            <a:lvl9pPr indent="-228600" lvl="8" marL="4114800" marR="0" algn="l">
              <a:lnSpc>
                <a:spcPct val="115000"/>
              </a:lnSpc>
              <a:spcBef>
                <a:spcPts val="1200"/>
              </a:spcBef>
              <a:spcAft>
                <a:spcPts val="1200"/>
              </a:spcAft>
              <a:buClr>
                <a:schemeClr val="dk1"/>
              </a:buClr>
              <a:buSzPts val="900"/>
              <a:buFont typeface="Arial"/>
              <a:buNone/>
              <a:defRPr b="0" i="0" sz="900" u="none" cap="none" strike="noStrike">
                <a:solidFill>
                  <a:schemeClr val="dk1"/>
                </a:solidFill>
                <a:latin typeface="Roboto"/>
                <a:ea typeface="Roboto"/>
                <a:cs typeface="Roboto"/>
                <a:sym typeface="Roboto"/>
              </a:defRPr>
            </a:lvl9pPr>
          </a:lstStyle>
          <a:p/>
        </p:txBody>
      </p:sp>
      <p:sp>
        <p:nvSpPr>
          <p:cNvPr id="86" name="Google Shape;86;p39"/>
          <p:cNvSpPr txBox="1"/>
          <p:nvPr>
            <p:ph type="title"/>
          </p:nvPr>
        </p:nvSpPr>
        <p:spPr>
          <a:xfrm>
            <a:off x="387819" y="282611"/>
            <a:ext cx="8368500" cy="409500"/>
          </a:xfrm>
          <a:prstGeom prst="rect">
            <a:avLst/>
          </a:prstGeom>
          <a:noFill/>
          <a:ln>
            <a:noFill/>
          </a:ln>
        </p:spPr>
        <p:txBody>
          <a:bodyPr anchorCtr="0" anchor="ctr" bIns="0" lIns="0" spcFirstLastPara="1" rIns="0" wrap="square" tIns="0">
            <a:normAutofit/>
          </a:bodyPr>
          <a:lstStyle>
            <a:lvl1pPr lvl="0" marR="0" algn="l">
              <a:lnSpc>
                <a:spcPct val="100000"/>
              </a:lnSpc>
              <a:spcBef>
                <a:spcPts val="0"/>
              </a:spcBef>
              <a:spcAft>
                <a:spcPts val="0"/>
              </a:spcAft>
              <a:buClr>
                <a:srgbClr val="5B5B5B"/>
              </a:buClr>
              <a:buSzPts val="2800"/>
              <a:buFont typeface="Roboto"/>
              <a:buNone/>
              <a:defRPr b="0" i="0" sz="2800" u="none" cap="none" strike="noStrike">
                <a:solidFill>
                  <a:srgbClr val="5B5B5B"/>
                </a:solidFill>
                <a:latin typeface="Roboto"/>
                <a:ea typeface="Roboto"/>
                <a:cs typeface="Roboto"/>
                <a:sym typeface="Roboto"/>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p:txBody>
      </p:sp>
      <p:sp>
        <p:nvSpPr>
          <p:cNvPr id="87" name="Google Shape;87;p3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p:cSld name="제목 슬라이드">
    <p:spTree>
      <p:nvGrpSpPr>
        <p:cNvPr id="88" name="Shape 88"/>
        <p:cNvGrpSpPr/>
        <p:nvPr/>
      </p:nvGrpSpPr>
      <p:grpSpPr>
        <a:xfrm>
          <a:off x="0" y="0"/>
          <a:ext cx="0" cy="0"/>
          <a:chOff x="0" y="0"/>
          <a:chExt cx="0" cy="0"/>
        </a:xfrm>
      </p:grpSpPr>
      <p:pic>
        <p:nvPicPr>
          <p:cNvPr descr="0001.png" id="89" name="Google Shape;89;p40"/>
          <p:cNvPicPr preferRelativeResize="0"/>
          <p:nvPr/>
        </p:nvPicPr>
        <p:blipFill rotWithShape="1">
          <a:blip r:embed="rId2">
            <a:alphaModFix/>
          </a:blip>
          <a:srcRect b="0" l="0" r="0" t="0"/>
          <a:stretch/>
        </p:blipFill>
        <p:spPr>
          <a:xfrm>
            <a:off x="0" y="-1"/>
            <a:ext cx="9144003" cy="5143502"/>
          </a:xfrm>
          <a:prstGeom prst="rect">
            <a:avLst/>
          </a:prstGeom>
          <a:noFill/>
          <a:ln>
            <a:noFill/>
          </a:ln>
        </p:spPr>
      </p:pic>
      <p:pic>
        <p:nvPicPr>
          <p:cNvPr descr="0002.png" id="90" name="Google Shape;90;p40"/>
          <p:cNvPicPr preferRelativeResize="0"/>
          <p:nvPr/>
        </p:nvPicPr>
        <p:blipFill rotWithShape="1">
          <a:blip r:embed="rId3">
            <a:alphaModFix/>
          </a:blip>
          <a:srcRect b="5453" l="0" r="31877" t="73562"/>
          <a:stretch/>
        </p:blipFill>
        <p:spPr>
          <a:xfrm>
            <a:off x="0" y="3783725"/>
            <a:ext cx="6228185" cy="1079222"/>
          </a:xfrm>
          <a:prstGeom prst="rect">
            <a:avLst/>
          </a:prstGeom>
          <a:noFill/>
          <a:ln>
            <a:noFill/>
          </a:ln>
        </p:spPr>
      </p:pic>
      <p:pic>
        <p:nvPicPr>
          <p:cNvPr descr="0002.png" id="91" name="Google Shape;91;p40"/>
          <p:cNvPicPr preferRelativeResize="0"/>
          <p:nvPr/>
        </p:nvPicPr>
        <p:blipFill rotWithShape="1">
          <a:blip r:embed="rId3">
            <a:alphaModFix/>
          </a:blip>
          <a:srcRect b="5455" l="68112" r="0" t="0"/>
          <a:stretch/>
        </p:blipFill>
        <p:spPr>
          <a:xfrm>
            <a:off x="6228184" y="0"/>
            <a:ext cx="2915815" cy="4862946"/>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
          <p:cNvSpPr/>
          <p:nvPr/>
        </p:nvSpPr>
        <p:spPr>
          <a:xfrm>
            <a:off x="0" y="140500"/>
            <a:ext cx="9204000" cy="46302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sp>
        <p:nvSpPr>
          <p:cNvPr id="97" name="Google Shape;97;p1"/>
          <p:cNvSpPr txBox="1"/>
          <p:nvPr/>
        </p:nvSpPr>
        <p:spPr>
          <a:xfrm>
            <a:off x="535776" y="582375"/>
            <a:ext cx="8222400" cy="1046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3200"/>
              <a:buFont typeface="Roboto"/>
              <a:buNone/>
            </a:pPr>
            <a:r>
              <a:t/>
            </a:r>
            <a:endParaRPr b="1" i="0" sz="32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chemeClr val="lt1"/>
              </a:buClr>
              <a:buSzPts val="3200"/>
              <a:buFont typeface="Roboto"/>
              <a:buNone/>
            </a:pPr>
            <a:r>
              <a:rPr b="1" i="0" lang="en" sz="3200" u="none" cap="none" strike="noStrike">
                <a:solidFill>
                  <a:schemeClr val="lt1"/>
                </a:solidFill>
                <a:latin typeface="Roboto"/>
                <a:ea typeface="Roboto"/>
                <a:cs typeface="Roboto"/>
                <a:sym typeface="Roboto"/>
              </a:rPr>
              <a:t>    </a:t>
            </a:r>
            <a:endParaRPr b="1" i="0" sz="32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chemeClr val="lt1"/>
              </a:buClr>
              <a:buSzPts val="3200"/>
              <a:buFont typeface="Roboto"/>
              <a:buNone/>
            </a:pPr>
            <a:r>
              <a:rPr b="1" i="0" lang="en" sz="3200" u="none" cap="none" strike="noStrike">
                <a:solidFill>
                  <a:schemeClr val="lt1"/>
                </a:solidFill>
                <a:latin typeface="Roboto"/>
                <a:ea typeface="Roboto"/>
                <a:cs typeface="Roboto"/>
                <a:sym typeface="Roboto"/>
              </a:rPr>
              <a:t> </a:t>
            </a:r>
            <a:r>
              <a:rPr b="1" i="0" lang="en" sz="2600" u="none" cap="none" strike="noStrike">
                <a:solidFill>
                  <a:schemeClr val="lt1"/>
                </a:solidFill>
                <a:latin typeface="Roboto"/>
                <a:ea typeface="Roboto"/>
                <a:cs typeface="Roboto"/>
                <a:sym typeface="Roboto"/>
              </a:rPr>
              <a:t>A GIFT OF FIRE THIRD EDITION - SARA BAASE</a:t>
            </a:r>
            <a:endParaRPr b="1" i="0" sz="26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chemeClr val="lt1"/>
              </a:buClr>
              <a:buSzPts val="3200"/>
              <a:buFont typeface="Roboto"/>
              <a:buNone/>
            </a:pPr>
            <a:r>
              <a:rPr b="1" i="0" lang="en" sz="2600" u="none" cap="none" strike="noStrike">
                <a:solidFill>
                  <a:schemeClr val="lt1"/>
                </a:solidFill>
                <a:latin typeface="Roboto"/>
                <a:ea typeface="Roboto"/>
                <a:cs typeface="Roboto"/>
                <a:sym typeface="Roboto"/>
              </a:rPr>
              <a:t>CHAPTER 2: Computer Crime</a:t>
            </a:r>
            <a:endParaRPr b="1" i="0" sz="26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chemeClr val="lt1"/>
              </a:buClr>
              <a:buSzPts val="3200"/>
              <a:buFont typeface="Roboto"/>
              <a:buNone/>
            </a:pPr>
            <a:r>
              <a:t/>
            </a:r>
            <a:endParaRPr b="1" i="0" sz="26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chemeClr val="lt1"/>
              </a:buClr>
              <a:buSzPts val="3200"/>
              <a:buFont typeface="Roboto"/>
              <a:buNone/>
            </a:pPr>
            <a:r>
              <a:rPr b="1" i="0" lang="en" sz="3200" u="none" cap="none" strike="noStrike">
                <a:solidFill>
                  <a:schemeClr val="lt1"/>
                </a:solidFill>
                <a:latin typeface="Roboto"/>
                <a:ea typeface="Roboto"/>
                <a:cs typeface="Roboto"/>
                <a:sym typeface="Roboto"/>
              </a:rPr>
              <a:t>Lecture </a:t>
            </a:r>
            <a:r>
              <a:rPr b="1" lang="en" sz="3200">
                <a:solidFill>
                  <a:schemeClr val="lt1"/>
                </a:solidFill>
                <a:latin typeface="Roboto"/>
                <a:ea typeface="Roboto"/>
                <a:cs typeface="Roboto"/>
                <a:sym typeface="Roboto"/>
              </a:rPr>
              <a:t>2</a:t>
            </a:r>
            <a:endParaRPr b="1" i="0" sz="32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chemeClr val="lt1"/>
              </a:buClr>
              <a:buSzPts val="3200"/>
              <a:buFont typeface="Roboto"/>
              <a:buNone/>
            </a:pPr>
            <a:r>
              <a:t/>
            </a:r>
            <a:endParaRPr b="1" i="0" sz="3200" u="none" cap="none" strike="noStrike">
              <a:solidFill>
                <a:schemeClr val="lt1"/>
              </a:solidFill>
              <a:latin typeface="Roboto"/>
              <a:ea typeface="Roboto"/>
              <a:cs typeface="Roboto"/>
              <a:sym typeface="Roboto"/>
            </a:endParaRPr>
          </a:p>
        </p:txBody>
      </p:sp>
      <p:sp>
        <p:nvSpPr>
          <p:cNvPr id="98" name="Google Shape;98;p1"/>
          <p:cNvSpPr txBox="1"/>
          <p:nvPr/>
        </p:nvSpPr>
        <p:spPr>
          <a:xfrm>
            <a:off x="2584725" y="3146550"/>
            <a:ext cx="4143900" cy="1548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600"/>
              </a:spcBef>
              <a:spcAft>
                <a:spcPts val="0"/>
              </a:spcAft>
              <a:buClr>
                <a:schemeClr val="lt1"/>
              </a:buClr>
              <a:buSzPts val="1600"/>
              <a:buFont typeface="Noto Sans Symbols"/>
              <a:buNone/>
            </a:pPr>
            <a:r>
              <a:t/>
            </a:r>
            <a:endParaRPr b="0" i="0" sz="1700" u="none" cap="none" strike="noStrike">
              <a:solidFill>
                <a:schemeClr val="lt1"/>
              </a:solidFill>
              <a:latin typeface="Arial"/>
              <a:ea typeface="Arial"/>
              <a:cs typeface="Arial"/>
              <a:sym typeface="Arial"/>
            </a:endParaRPr>
          </a:p>
          <a:p>
            <a:pPr indent="0" lvl="0" marL="0" marR="0" rtl="0" algn="ctr">
              <a:lnSpc>
                <a:spcPct val="100000"/>
              </a:lnSpc>
              <a:spcBef>
                <a:spcPts val="600"/>
              </a:spcBef>
              <a:spcAft>
                <a:spcPts val="0"/>
              </a:spcAft>
              <a:buClr>
                <a:schemeClr val="lt1"/>
              </a:buClr>
              <a:buSzPts val="1600"/>
              <a:buFont typeface="Noto Sans Symbols"/>
              <a:buNone/>
            </a:pPr>
            <a:r>
              <a:rPr b="0" i="0" lang="en" sz="1700" u="none" cap="none" strike="noStrike">
                <a:solidFill>
                  <a:schemeClr val="lt1"/>
                </a:solidFill>
                <a:latin typeface="Arial"/>
                <a:ea typeface="Arial"/>
                <a:cs typeface="Arial"/>
                <a:sym typeface="Arial"/>
              </a:rPr>
              <a:t>Syada Tasmia Alvi</a:t>
            </a:r>
            <a:endParaRPr b="0" i="0" sz="1700" u="none" cap="none" strike="noStrike">
              <a:solidFill>
                <a:schemeClr val="lt1"/>
              </a:solidFill>
              <a:latin typeface="Arial"/>
              <a:ea typeface="Arial"/>
              <a:cs typeface="Arial"/>
              <a:sym typeface="Arial"/>
            </a:endParaRPr>
          </a:p>
          <a:p>
            <a:pPr indent="0" lvl="0" marL="0" marR="0" rtl="0" algn="ctr">
              <a:lnSpc>
                <a:spcPct val="100000"/>
              </a:lnSpc>
              <a:spcBef>
                <a:spcPts val="600"/>
              </a:spcBef>
              <a:spcAft>
                <a:spcPts val="0"/>
              </a:spcAft>
              <a:buClr>
                <a:schemeClr val="lt1"/>
              </a:buClr>
              <a:buSzPts val="1600"/>
              <a:buFont typeface="Noto Sans Symbols"/>
              <a:buNone/>
            </a:pPr>
            <a:r>
              <a:rPr b="0" i="0" lang="en" sz="1700" u="none" cap="none" strike="noStrike">
                <a:solidFill>
                  <a:schemeClr val="lt1"/>
                </a:solidFill>
                <a:latin typeface="Arial"/>
                <a:ea typeface="Arial"/>
                <a:cs typeface="Arial"/>
                <a:sym typeface="Arial"/>
              </a:rPr>
              <a:t>Lecturer, Dept.of CSE</a:t>
            </a:r>
            <a:endParaRPr b="0" i="0" sz="1700" u="none" cap="none" strike="noStrike">
              <a:solidFill>
                <a:schemeClr val="lt1"/>
              </a:solidFill>
              <a:latin typeface="Arial"/>
              <a:ea typeface="Arial"/>
              <a:cs typeface="Arial"/>
              <a:sym typeface="Arial"/>
            </a:endParaRPr>
          </a:p>
          <a:p>
            <a:pPr indent="0" lvl="0" marL="0" marR="0" rtl="0" algn="ctr">
              <a:lnSpc>
                <a:spcPct val="100000"/>
              </a:lnSpc>
              <a:spcBef>
                <a:spcPts val="600"/>
              </a:spcBef>
              <a:spcAft>
                <a:spcPts val="0"/>
              </a:spcAft>
              <a:buClr>
                <a:schemeClr val="lt1"/>
              </a:buClr>
              <a:buSzPts val="1600"/>
              <a:buFont typeface="Noto Sans Symbols"/>
              <a:buNone/>
            </a:pPr>
            <a:r>
              <a:rPr b="0" i="0" lang="en" sz="1700" u="none" cap="none" strike="noStrike">
                <a:solidFill>
                  <a:schemeClr val="lt1"/>
                </a:solidFill>
                <a:latin typeface="Arial"/>
                <a:ea typeface="Arial"/>
                <a:cs typeface="Arial"/>
                <a:sym typeface="Arial"/>
              </a:rPr>
              <a:t>Daffodil International University</a:t>
            </a:r>
            <a:endParaRPr b="0" i="0" sz="1700" u="none" cap="none" strike="noStrike">
              <a:solidFill>
                <a:schemeClr val="lt1"/>
              </a:solidFill>
              <a:latin typeface="Arial"/>
              <a:ea typeface="Arial"/>
              <a:cs typeface="Arial"/>
              <a:sym typeface="Arial"/>
            </a:endParaRPr>
          </a:p>
          <a:p>
            <a:pPr indent="0" lvl="0" marL="0" marR="0" rtl="0" algn="ctr">
              <a:lnSpc>
                <a:spcPct val="100000"/>
              </a:lnSpc>
              <a:spcBef>
                <a:spcPts val="600"/>
              </a:spcBef>
              <a:spcAft>
                <a:spcPts val="0"/>
              </a:spcAft>
              <a:buClr>
                <a:schemeClr val="lt1"/>
              </a:buClr>
              <a:buSzPts val="1600"/>
              <a:buFont typeface="Noto Sans Symbols"/>
              <a:buNone/>
            </a:pPr>
            <a:r>
              <a:t/>
            </a:r>
            <a:endParaRPr b="0" i="0" sz="1400" u="none" cap="none" strike="noStrike">
              <a:solidFill>
                <a:srgbClr val="000000"/>
              </a:solidFill>
              <a:latin typeface="Arial"/>
              <a:ea typeface="Arial"/>
              <a:cs typeface="Arial"/>
              <a:sym typeface="Arial"/>
            </a:endParaRPr>
          </a:p>
        </p:txBody>
      </p:sp>
      <p:sp>
        <p:nvSpPr>
          <p:cNvPr id="99" name="Google Shape;99;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transition spd="slow">
    <p:push dir="r"/>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97"/>
                                        </p:tgtEl>
                                        <p:attrNameLst>
                                          <p:attrName>style.visibility</p:attrName>
                                        </p:attrNameLst>
                                      </p:cBhvr>
                                      <p:to>
                                        <p:strVal val="visible"/>
                                      </p:to>
                                    </p:set>
                                    <p:anim calcmode="lin" valueType="num">
                                      <p:cBhvr additive="base">
                                        <p:cTn dur="500"/>
                                        <p:tgtEl>
                                          <p:spTgt spid="97"/>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500"/>
                                  </p:stCondLst>
                                  <p:childTnLst>
                                    <p:set>
                                      <p:cBhvr>
                                        <p:cTn dur="1" fill="hold">
                                          <p:stCondLst>
                                            <p:cond delay="0"/>
                                          </p:stCondLst>
                                        </p:cTn>
                                        <p:tgtEl>
                                          <p:spTgt spid="98"/>
                                        </p:tgtEl>
                                        <p:attrNameLst>
                                          <p:attrName>style.visibility</p:attrName>
                                        </p:attrNameLst>
                                      </p:cBhvr>
                                      <p:to>
                                        <p:strVal val="visible"/>
                                      </p:to>
                                    </p:set>
                                    <p:animEffect filter="fade" transition="in">
                                      <p:cBhvr>
                                        <p:cTn dur="500"/>
                                        <p:tgtEl>
                                          <p:spTgt spid="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112cd06712c_0_185"/>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Cyber Crimes</a:t>
            </a:r>
            <a:endParaRPr b="1">
              <a:solidFill>
                <a:schemeClr val="lt1"/>
              </a:solidFill>
              <a:latin typeface="Malgun Gothic"/>
              <a:ea typeface="Malgun Gothic"/>
              <a:cs typeface="Malgun Gothic"/>
              <a:sym typeface="Malgun Gothic"/>
            </a:endParaRPr>
          </a:p>
        </p:txBody>
      </p:sp>
      <p:sp>
        <p:nvSpPr>
          <p:cNvPr id="105" name="Google Shape;105;g112cd06712c_0_185"/>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06" name="Google Shape;106;g112cd06712c_0_185"/>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g112cd06712c_0_185"/>
          <p:cNvSpPr txBox="1"/>
          <p:nvPr/>
        </p:nvSpPr>
        <p:spPr>
          <a:xfrm>
            <a:off x="622025" y="1033825"/>
            <a:ext cx="7776300" cy="41661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1000"/>
              </a:spcBef>
              <a:spcAft>
                <a:spcPts val="0"/>
              </a:spcAft>
              <a:buClr>
                <a:srgbClr val="000000"/>
              </a:buClr>
              <a:buSzPts val="1600"/>
              <a:buFont typeface="Arial"/>
              <a:buChar char="❏"/>
            </a:pPr>
            <a:r>
              <a:rPr lang="en" sz="1600"/>
              <a:t>Cybercrime is any criminal activity that involves a computer, networked device or a network.</a:t>
            </a:r>
            <a:endParaRPr sz="1600"/>
          </a:p>
          <a:p>
            <a:pPr indent="-330200" lvl="0" marL="457200" marR="0" rtl="0" algn="l">
              <a:lnSpc>
                <a:spcPct val="100000"/>
              </a:lnSpc>
              <a:spcBef>
                <a:spcPts val="1000"/>
              </a:spcBef>
              <a:spcAft>
                <a:spcPts val="0"/>
              </a:spcAft>
              <a:buClr>
                <a:srgbClr val="000000"/>
              </a:buClr>
              <a:buSzPts val="1600"/>
              <a:buFont typeface="Arial"/>
              <a:buChar char="❏"/>
            </a:pPr>
            <a:r>
              <a:rPr lang="en" sz="1600"/>
              <a:t>Cyber crime is a subset of computer crime.</a:t>
            </a:r>
            <a:endParaRPr b="0" i="0" sz="1600" u="none" cap="none" strike="noStrike">
              <a:solidFill>
                <a:srgbClr val="000000"/>
              </a:solidFill>
              <a:latin typeface="Arial"/>
              <a:ea typeface="Arial"/>
              <a:cs typeface="Arial"/>
              <a:sym typeface="Arial"/>
            </a:endParaRPr>
          </a:p>
          <a:p>
            <a:pPr indent="-330200" lvl="0" marL="457200" marR="0" rtl="0" algn="l">
              <a:lnSpc>
                <a:spcPct val="100000"/>
              </a:lnSpc>
              <a:spcBef>
                <a:spcPts val="1000"/>
              </a:spcBef>
              <a:spcAft>
                <a:spcPts val="0"/>
              </a:spcAft>
              <a:buClr>
                <a:srgbClr val="000000"/>
              </a:buClr>
              <a:buSzPts val="1600"/>
              <a:buFont typeface="Arial"/>
              <a:buChar char="❏"/>
            </a:pPr>
            <a:r>
              <a:rPr b="0" i="0" lang="en" sz="1600" u="none" cap="none" strike="noStrike">
                <a:solidFill>
                  <a:srgbClr val="000000"/>
                </a:solidFill>
                <a:latin typeface="Arial"/>
                <a:ea typeface="Arial"/>
                <a:cs typeface="Arial"/>
                <a:sym typeface="Arial"/>
              </a:rPr>
              <a:t> </a:t>
            </a:r>
            <a:r>
              <a:rPr lang="en" sz="1600"/>
              <a:t>Definitions</a:t>
            </a:r>
            <a:r>
              <a:rPr lang="en" sz="1600"/>
              <a:t> :</a:t>
            </a:r>
            <a:endParaRPr sz="1600"/>
          </a:p>
          <a:p>
            <a:pPr indent="-330200" lvl="1" marL="914400" marR="0" rtl="0" algn="l">
              <a:lnSpc>
                <a:spcPct val="100000"/>
              </a:lnSpc>
              <a:spcBef>
                <a:spcPts val="1000"/>
              </a:spcBef>
              <a:spcAft>
                <a:spcPts val="0"/>
              </a:spcAft>
              <a:buSzPts val="1600"/>
              <a:buChar char="○"/>
            </a:pPr>
            <a:r>
              <a:rPr lang="en" sz="1600"/>
              <a:t>Offences that are committed against individuals or group of individuals with a criminal motive</a:t>
            </a:r>
            <a:endParaRPr sz="1600"/>
          </a:p>
          <a:p>
            <a:pPr indent="-330200" lvl="2" marL="1371600" marR="0" rtl="0" algn="l">
              <a:lnSpc>
                <a:spcPct val="100000"/>
              </a:lnSpc>
              <a:spcBef>
                <a:spcPts val="1000"/>
              </a:spcBef>
              <a:spcAft>
                <a:spcPts val="0"/>
              </a:spcAft>
              <a:buSzPts val="1600"/>
              <a:buChar char="■"/>
            </a:pPr>
            <a:r>
              <a:rPr lang="en" sz="1600"/>
              <a:t> to intentionally harm the reputation of the victim or </a:t>
            </a:r>
            <a:endParaRPr sz="1600"/>
          </a:p>
          <a:p>
            <a:pPr indent="-330200" lvl="2" marL="1371600" marR="0" rtl="0" algn="l">
              <a:lnSpc>
                <a:spcPct val="100000"/>
              </a:lnSpc>
              <a:spcBef>
                <a:spcPts val="1000"/>
              </a:spcBef>
              <a:spcAft>
                <a:spcPts val="0"/>
              </a:spcAft>
              <a:buSzPts val="1600"/>
              <a:buChar char="■"/>
            </a:pPr>
            <a:r>
              <a:rPr lang="en" sz="1600"/>
              <a:t>cause physical or mental harm to the victim directly or indirectly, using modern telecommunication networks such a s internet.</a:t>
            </a:r>
            <a:endParaRPr sz="1600"/>
          </a:p>
          <a:p>
            <a:pPr indent="0" lvl="0" marL="0" marR="0" rtl="0" algn="l">
              <a:lnSpc>
                <a:spcPct val="100000"/>
              </a:lnSpc>
              <a:spcBef>
                <a:spcPts val="1000"/>
              </a:spcBef>
              <a:spcAft>
                <a:spcPts val="0"/>
              </a:spcAft>
              <a:buNone/>
            </a:pPr>
            <a:r>
              <a:t/>
            </a:r>
            <a:endParaRPr b="0" i="0" sz="1600" u="none" cap="none" strike="noStrike">
              <a:solidFill>
                <a:srgbClr val="000000"/>
              </a:solidFill>
              <a:latin typeface="Arial"/>
              <a:ea typeface="Arial"/>
              <a:cs typeface="Arial"/>
              <a:sym typeface="Arial"/>
            </a:endParaRPr>
          </a:p>
          <a:p>
            <a:pPr indent="0" lvl="0" marL="457200" marR="0" rtl="0" algn="l">
              <a:lnSpc>
                <a:spcPct val="100000"/>
              </a:lnSpc>
              <a:spcBef>
                <a:spcPts val="100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457200" marR="0" rtl="0" algn="l">
              <a:lnSpc>
                <a:spcPct val="100000"/>
              </a:lnSpc>
              <a:spcBef>
                <a:spcPts val="100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143fda08588_0_5"/>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TARGETS OF CYBER CRIMES</a:t>
            </a:r>
            <a:endParaRPr b="1">
              <a:solidFill>
                <a:schemeClr val="lt1"/>
              </a:solidFill>
              <a:latin typeface="Malgun Gothic"/>
              <a:ea typeface="Malgun Gothic"/>
              <a:cs typeface="Malgun Gothic"/>
              <a:sym typeface="Malgun Gothic"/>
            </a:endParaRPr>
          </a:p>
        </p:txBody>
      </p:sp>
      <p:sp>
        <p:nvSpPr>
          <p:cNvPr id="113" name="Google Shape;113;g143fda08588_0_5"/>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14" name="Google Shape;114;g143fda08588_0_5"/>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g143fda08588_0_5"/>
          <p:cNvSpPr txBox="1"/>
          <p:nvPr/>
        </p:nvSpPr>
        <p:spPr>
          <a:xfrm>
            <a:off x="622025" y="1033825"/>
            <a:ext cx="7776300" cy="34272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1000"/>
              </a:spcBef>
              <a:spcAft>
                <a:spcPts val="0"/>
              </a:spcAft>
              <a:buClr>
                <a:srgbClr val="000000"/>
              </a:buClr>
              <a:buSzPts val="1600"/>
              <a:buFont typeface="Arial"/>
              <a:buChar char="❏"/>
            </a:pPr>
            <a:r>
              <a:rPr lang="en" sz="1600"/>
              <a:t>Against individual property</a:t>
            </a:r>
            <a:endParaRPr b="0" i="0" sz="1600" u="none" cap="none" strike="noStrike">
              <a:solidFill>
                <a:srgbClr val="000000"/>
              </a:solidFill>
              <a:latin typeface="Arial"/>
              <a:ea typeface="Arial"/>
              <a:cs typeface="Arial"/>
              <a:sym typeface="Arial"/>
            </a:endParaRPr>
          </a:p>
          <a:p>
            <a:pPr indent="-330200" lvl="1" marL="914400" marR="0" rtl="0" algn="l">
              <a:lnSpc>
                <a:spcPct val="100000"/>
              </a:lnSpc>
              <a:spcBef>
                <a:spcPts val="1000"/>
              </a:spcBef>
              <a:spcAft>
                <a:spcPts val="0"/>
              </a:spcAft>
              <a:buClr>
                <a:srgbClr val="000000"/>
              </a:buClr>
              <a:buSzPts val="1600"/>
              <a:buFont typeface="Arial"/>
              <a:buChar char="○"/>
            </a:pPr>
            <a:r>
              <a:rPr lang="en" sz="1600"/>
              <a:t>Transmitting virus</a:t>
            </a:r>
            <a:endParaRPr sz="1600"/>
          </a:p>
          <a:p>
            <a:pPr indent="-330200" lvl="1" marL="914400" marR="0" rtl="0" algn="l">
              <a:lnSpc>
                <a:spcPct val="100000"/>
              </a:lnSpc>
              <a:spcBef>
                <a:spcPts val="1000"/>
              </a:spcBef>
              <a:spcAft>
                <a:spcPts val="0"/>
              </a:spcAft>
              <a:buClr>
                <a:srgbClr val="000000"/>
              </a:buClr>
              <a:buSzPts val="1600"/>
              <a:buFont typeface="Arial"/>
              <a:buChar char="○"/>
            </a:pPr>
            <a:r>
              <a:rPr lang="en" sz="1600"/>
              <a:t>Un-authorized control/access over computer</a:t>
            </a:r>
            <a:endParaRPr sz="1600"/>
          </a:p>
          <a:p>
            <a:pPr indent="-330200" lvl="1" marL="914400" marR="0" rtl="0" algn="l">
              <a:lnSpc>
                <a:spcPct val="100000"/>
              </a:lnSpc>
              <a:spcBef>
                <a:spcPts val="1000"/>
              </a:spcBef>
              <a:spcAft>
                <a:spcPts val="0"/>
              </a:spcAft>
              <a:buClr>
                <a:srgbClr val="000000"/>
              </a:buClr>
              <a:buSzPts val="1600"/>
              <a:buFont typeface="Arial"/>
              <a:buChar char="○"/>
            </a:pPr>
            <a:r>
              <a:rPr lang="en" sz="1600"/>
              <a:t>Intellectual property crimes</a:t>
            </a:r>
            <a:endParaRPr sz="1600"/>
          </a:p>
          <a:p>
            <a:pPr indent="-330200" lvl="1" marL="914400" marR="0" rtl="0" algn="l">
              <a:lnSpc>
                <a:spcPct val="100000"/>
              </a:lnSpc>
              <a:spcBef>
                <a:spcPts val="1000"/>
              </a:spcBef>
              <a:spcAft>
                <a:spcPts val="0"/>
              </a:spcAft>
              <a:buClr>
                <a:srgbClr val="000000"/>
              </a:buClr>
              <a:buSzPts val="1600"/>
              <a:buFont typeface="Arial"/>
              <a:buChar char="○"/>
            </a:pPr>
            <a:r>
              <a:rPr lang="en" sz="1600"/>
              <a:t>Internet time thefts</a:t>
            </a:r>
            <a:endParaRPr sz="1600"/>
          </a:p>
          <a:p>
            <a:pPr indent="-330200" lvl="0" marL="457200" marR="0" rtl="0" algn="l">
              <a:lnSpc>
                <a:spcPct val="100000"/>
              </a:lnSpc>
              <a:spcBef>
                <a:spcPts val="1000"/>
              </a:spcBef>
              <a:spcAft>
                <a:spcPts val="0"/>
              </a:spcAft>
              <a:buSzPts val="1600"/>
              <a:buChar char="❏"/>
            </a:pPr>
            <a:r>
              <a:rPr lang="en" sz="1600"/>
              <a:t>Against Organization</a:t>
            </a:r>
            <a:endParaRPr sz="1600"/>
          </a:p>
          <a:p>
            <a:pPr indent="-330200" lvl="1" marL="914400" marR="0" rtl="0" algn="l">
              <a:lnSpc>
                <a:spcPct val="100000"/>
              </a:lnSpc>
              <a:spcBef>
                <a:spcPts val="1000"/>
              </a:spcBef>
              <a:spcAft>
                <a:spcPts val="0"/>
              </a:spcAft>
              <a:buSzPts val="1600"/>
              <a:buChar char="○"/>
            </a:pPr>
            <a:r>
              <a:rPr lang="en" sz="1600"/>
              <a:t>Possession of un-authorized information</a:t>
            </a:r>
            <a:endParaRPr sz="1600"/>
          </a:p>
          <a:p>
            <a:pPr indent="-330200" lvl="1" marL="914400" marR="0" rtl="0" algn="l">
              <a:lnSpc>
                <a:spcPct val="100000"/>
              </a:lnSpc>
              <a:spcBef>
                <a:spcPts val="1000"/>
              </a:spcBef>
              <a:spcAft>
                <a:spcPts val="0"/>
              </a:spcAft>
              <a:buSzPts val="1600"/>
              <a:buChar char="○"/>
            </a:pPr>
            <a:r>
              <a:rPr lang="en" sz="1600"/>
              <a:t>Cyber terrorism against the government organization</a:t>
            </a:r>
            <a:endParaRPr sz="1600"/>
          </a:p>
          <a:p>
            <a:pPr indent="-330200" lvl="1" marL="914400" marR="0" rtl="0" algn="l">
              <a:lnSpc>
                <a:spcPct val="100000"/>
              </a:lnSpc>
              <a:spcBef>
                <a:spcPts val="1000"/>
              </a:spcBef>
              <a:spcAft>
                <a:spcPts val="0"/>
              </a:spcAft>
              <a:buSzPts val="1600"/>
              <a:buChar char="○"/>
            </a:pPr>
            <a:r>
              <a:rPr lang="en" sz="1600"/>
              <a:t>Distribution of pirated software,etc</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15acfe8efce_0_0"/>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TARGETS OF CYBER CRIMES</a:t>
            </a:r>
            <a:endParaRPr b="1">
              <a:solidFill>
                <a:schemeClr val="lt1"/>
              </a:solidFill>
              <a:latin typeface="Malgun Gothic"/>
              <a:ea typeface="Malgun Gothic"/>
              <a:cs typeface="Malgun Gothic"/>
              <a:sym typeface="Malgun Gothic"/>
            </a:endParaRPr>
          </a:p>
        </p:txBody>
      </p:sp>
      <p:sp>
        <p:nvSpPr>
          <p:cNvPr id="121" name="Google Shape;121;g15acfe8efce_0_0"/>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22" name="Google Shape;122;g15acfe8efce_0_0"/>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g15acfe8efce_0_0"/>
          <p:cNvSpPr txBox="1"/>
          <p:nvPr/>
        </p:nvSpPr>
        <p:spPr>
          <a:xfrm>
            <a:off x="614250" y="831200"/>
            <a:ext cx="7776300" cy="30528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1000"/>
              </a:spcBef>
              <a:spcAft>
                <a:spcPts val="0"/>
              </a:spcAft>
              <a:buClr>
                <a:srgbClr val="000000"/>
              </a:buClr>
              <a:buSzPts val="1600"/>
              <a:buFont typeface="Arial"/>
              <a:buChar char="❏"/>
            </a:pPr>
            <a:r>
              <a:rPr lang="en" sz="1600"/>
              <a:t>Against Social at Large</a:t>
            </a:r>
            <a:endParaRPr sz="1600"/>
          </a:p>
          <a:p>
            <a:pPr indent="-330200" lvl="1" marL="914400" marR="0" rtl="0" algn="l">
              <a:lnSpc>
                <a:spcPct val="100000"/>
              </a:lnSpc>
              <a:spcBef>
                <a:spcPts val="1000"/>
              </a:spcBef>
              <a:spcAft>
                <a:spcPts val="0"/>
              </a:spcAft>
              <a:buSzPts val="1600"/>
              <a:buChar char="○"/>
            </a:pPr>
            <a:r>
              <a:rPr lang="en" sz="1600"/>
              <a:t>Pornography (basically child pornography)</a:t>
            </a:r>
            <a:endParaRPr sz="1600"/>
          </a:p>
          <a:p>
            <a:pPr indent="-330200" lvl="1" marL="914400" marR="0" rtl="0" algn="l">
              <a:lnSpc>
                <a:spcPct val="100000"/>
              </a:lnSpc>
              <a:spcBef>
                <a:spcPts val="1000"/>
              </a:spcBef>
              <a:spcAft>
                <a:spcPts val="0"/>
              </a:spcAft>
              <a:buSzPts val="1600"/>
              <a:buChar char="○"/>
            </a:pPr>
            <a:r>
              <a:rPr lang="en" sz="1600"/>
              <a:t>Trafficking</a:t>
            </a:r>
            <a:endParaRPr sz="1600"/>
          </a:p>
          <a:p>
            <a:pPr indent="-330200" lvl="1" marL="914400" marR="0" rtl="0" algn="l">
              <a:lnSpc>
                <a:spcPct val="100000"/>
              </a:lnSpc>
              <a:spcBef>
                <a:spcPts val="1000"/>
              </a:spcBef>
              <a:spcAft>
                <a:spcPts val="0"/>
              </a:spcAft>
              <a:buSzPts val="1600"/>
              <a:buChar char="○"/>
            </a:pPr>
            <a:r>
              <a:rPr lang="en" sz="1600"/>
              <a:t>Financial crimes</a:t>
            </a:r>
            <a:endParaRPr sz="1600"/>
          </a:p>
          <a:p>
            <a:pPr indent="-330200" lvl="1" marL="914400" marR="0" rtl="0" algn="l">
              <a:lnSpc>
                <a:spcPct val="100000"/>
              </a:lnSpc>
              <a:spcBef>
                <a:spcPts val="1000"/>
              </a:spcBef>
              <a:spcAft>
                <a:spcPts val="0"/>
              </a:spcAft>
              <a:buSzPts val="1600"/>
              <a:buChar char="○"/>
            </a:pPr>
            <a:r>
              <a:rPr lang="en" sz="1600"/>
              <a:t>Online gambling</a:t>
            </a:r>
            <a:endParaRPr sz="1600"/>
          </a:p>
          <a:p>
            <a:pPr indent="-330200" lvl="1" marL="914400" marR="0" rtl="0" algn="l">
              <a:lnSpc>
                <a:spcPct val="100000"/>
              </a:lnSpc>
              <a:spcBef>
                <a:spcPts val="1000"/>
              </a:spcBef>
              <a:spcAft>
                <a:spcPts val="0"/>
              </a:spcAft>
              <a:buSzPts val="1600"/>
              <a:buChar char="○"/>
            </a:pPr>
            <a:r>
              <a:rPr lang="en" sz="1600"/>
              <a:t>Forgery</a:t>
            </a:r>
            <a:endParaRPr sz="1600"/>
          </a:p>
          <a:p>
            <a:pPr indent="-330200" lvl="1" marL="914400" marR="0" rtl="0" algn="l">
              <a:lnSpc>
                <a:spcPct val="100000"/>
              </a:lnSpc>
              <a:spcBef>
                <a:spcPts val="1000"/>
              </a:spcBef>
              <a:spcAft>
                <a:spcPts val="0"/>
              </a:spcAft>
              <a:buSzPts val="1600"/>
              <a:buChar char="○"/>
            </a:pPr>
            <a:r>
              <a:rPr lang="en" sz="1600"/>
              <a:t>Sale of illegal articles</a:t>
            </a:r>
            <a:endParaRPr sz="1600"/>
          </a:p>
          <a:p>
            <a:pPr indent="0" lvl="0" marL="457200" marR="0" rtl="0" algn="l">
              <a:lnSpc>
                <a:spcPct val="100000"/>
              </a:lnSpc>
              <a:spcBef>
                <a:spcPts val="1000"/>
              </a:spcBef>
              <a:spcAft>
                <a:spcPts val="0"/>
              </a:spcAft>
              <a:buNone/>
            </a:pPr>
            <a:r>
              <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fde884e824_0_96"/>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SOME COMMON CYBER CRIMES</a:t>
            </a:r>
            <a:endParaRPr b="1">
              <a:solidFill>
                <a:schemeClr val="lt1"/>
              </a:solidFill>
              <a:latin typeface="Malgun Gothic"/>
              <a:ea typeface="Malgun Gothic"/>
              <a:cs typeface="Malgun Gothic"/>
              <a:sym typeface="Malgun Gothic"/>
            </a:endParaRPr>
          </a:p>
        </p:txBody>
      </p:sp>
      <p:sp>
        <p:nvSpPr>
          <p:cNvPr id="129" name="Google Shape;129;gfde884e824_0_96"/>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30" name="Google Shape;130;gfde884e824_0_96"/>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gfde884e824_0_96"/>
          <p:cNvSpPr txBox="1"/>
          <p:nvPr/>
        </p:nvSpPr>
        <p:spPr>
          <a:xfrm>
            <a:off x="575275" y="682425"/>
            <a:ext cx="7776300" cy="21651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1000"/>
              </a:spcBef>
              <a:spcAft>
                <a:spcPts val="0"/>
              </a:spcAft>
              <a:buClr>
                <a:srgbClr val="000000"/>
              </a:buClr>
              <a:buSzPts val="1600"/>
              <a:buFont typeface="Arial"/>
              <a:buChar char="❏"/>
            </a:pPr>
            <a:r>
              <a:rPr lang="en" sz="1600"/>
              <a:t>Computer Virus: A computer virus is a computer program or attaches itself to application programs or other executable system software causing damage to the files.</a:t>
            </a:r>
            <a:endParaRPr sz="1600"/>
          </a:p>
          <a:p>
            <a:pPr indent="-330200" lvl="0" marL="457200" marR="0" rtl="0" algn="l">
              <a:lnSpc>
                <a:spcPct val="100000"/>
              </a:lnSpc>
              <a:spcBef>
                <a:spcPts val="1000"/>
              </a:spcBef>
              <a:spcAft>
                <a:spcPts val="0"/>
              </a:spcAft>
              <a:buSzPts val="1600"/>
              <a:buChar char="❏"/>
            </a:pPr>
            <a:r>
              <a:rPr lang="en" sz="1600"/>
              <a:t>Phishing: Phishing occurs when the perpetrator sends fictitious e-mails to individuals with links to fraudulent websites that appear official and thereby cause the victim to release personal information to the perpetrator.</a:t>
            </a:r>
            <a:endParaRPr sz="1600"/>
          </a:p>
          <a:p>
            <a:pPr indent="0" lvl="0" marL="457200" marR="0" rtl="0" algn="l">
              <a:lnSpc>
                <a:spcPct val="100000"/>
              </a:lnSpc>
              <a:spcBef>
                <a:spcPts val="1000"/>
              </a:spcBef>
              <a:spcAft>
                <a:spcPts val="0"/>
              </a:spcAft>
              <a:buNone/>
            </a:pPr>
            <a:r>
              <a:t/>
            </a:r>
            <a:endParaRPr sz="1600"/>
          </a:p>
        </p:txBody>
      </p:sp>
      <p:pic>
        <p:nvPicPr>
          <p:cNvPr id="132" name="Google Shape;132;gfde884e824_0_96"/>
          <p:cNvPicPr preferRelativeResize="0"/>
          <p:nvPr/>
        </p:nvPicPr>
        <p:blipFill>
          <a:blip r:embed="rId3">
            <a:alphaModFix/>
          </a:blip>
          <a:stretch>
            <a:fillRect/>
          </a:stretch>
        </p:blipFill>
        <p:spPr>
          <a:xfrm>
            <a:off x="1415650" y="2847525"/>
            <a:ext cx="6024225" cy="18751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15cb5df8a8e_0_0"/>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SOME COMMON CYBER CRIMES</a:t>
            </a:r>
            <a:endParaRPr b="1">
              <a:solidFill>
                <a:schemeClr val="lt1"/>
              </a:solidFill>
              <a:latin typeface="Malgun Gothic"/>
              <a:ea typeface="Malgun Gothic"/>
              <a:cs typeface="Malgun Gothic"/>
              <a:sym typeface="Malgun Gothic"/>
            </a:endParaRPr>
          </a:p>
        </p:txBody>
      </p:sp>
      <p:sp>
        <p:nvSpPr>
          <p:cNvPr id="138" name="Google Shape;138;g15cb5df8a8e_0_0"/>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39" name="Google Shape;139;g15cb5df8a8e_0_0"/>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g15cb5df8a8e_0_0"/>
          <p:cNvSpPr txBox="1"/>
          <p:nvPr/>
        </p:nvSpPr>
        <p:spPr>
          <a:xfrm>
            <a:off x="622025" y="1033825"/>
            <a:ext cx="7776300" cy="21651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1000"/>
              </a:spcBef>
              <a:spcAft>
                <a:spcPts val="0"/>
              </a:spcAft>
              <a:buSzPts val="1600"/>
              <a:buChar char="❏"/>
            </a:pPr>
            <a:r>
              <a:rPr lang="en" sz="1600"/>
              <a:t>Hacking: The act of penetrating or gaining unauthorized access to or use of data unavailable in a computer system or a computer network for the purpose of gaining knowledge, stealing or making unauthorized use of the data.</a:t>
            </a:r>
            <a:endParaRPr sz="1600"/>
          </a:p>
          <a:p>
            <a:pPr indent="-330200" lvl="0" marL="457200" rtl="0" algn="l">
              <a:spcBef>
                <a:spcPts val="1000"/>
              </a:spcBef>
              <a:spcAft>
                <a:spcPts val="0"/>
              </a:spcAft>
              <a:buClr>
                <a:schemeClr val="dk1"/>
              </a:buClr>
              <a:buSzPts val="1600"/>
              <a:buChar char="❏"/>
            </a:pPr>
            <a:r>
              <a:rPr lang="en" sz="1600">
                <a:solidFill>
                  <a:schemeClr val="dk1"/>
                </a:solidFill>
              </a:rPr>
              <a:t>Spoofing : Spoofing, as it pertains to cybersecurity, is when someone or something pretends to be something else in an attempt to gain our confidence, get access to our systems, steal data, steal money, or spread malware</a:t>
            </a:r>
            <a:endParaRPr sz="1600">
              <a:solidFill>
                <a:schemeClr val="dk1"/>
              </a:solidFill>
            </a:endParaRPr>
          </a:p>
          <a:p>
            <a:pPr indent="0" lvl="0" marL="457200" marR="0" rtl="0" algn="l">
              <a:lnSpc>
                <a:spcPct val="100000"/>
              </a:lnSpc>
              <a:spcBef>
                <a:spcPts val="1000"/>
              </a:spcBef>
              <a:spcAft>
                <a:spcPts val="0"/>
              </a:spcAft>
              <a:buNone/>
            </a:pPr>
            <a:r>
              <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15acfe8efce_0_9"/>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SOME COMMON CYBER CRIMES</a:t>
            </a:r>
            <a:endParaRPr b="1">
              <a:solidFill>
                <a:schemeClr val="lt1"/>
              </a:solidFill>
              <a:latin typeface="Malgun Gothic"/>
              <a:ea typeface="Malgun Gothic"/>
              <a:cs typeface="Malgun Gothic"/>
              <a:sym typeface="Malgun Gothic"/>
            </a:endParaRPr>
          </a:p>
        </p:txBody>
      </p:sp>
      <p:sp>
        <p:nvSpPr>
          <p:cNvPr id="146" name="Google Shape;146;g15acfe8efce_0_9"/>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47" name="Google Shape;147;g15acfe8efce_0_9"/>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g15acfe8efce_0_9"/>
          <p:cNvSpPr txBox="1"/>
          <p:nvPr/>
        </p:nvSpPr>
        <p:spPr>
          <a:xfrm>
            <a:off x="622025" y="1033825"/>
            <a:ext cx="7776300" cy="32787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1000"/>
              </a:spcBef>
              <a:spcAft>
                <a:spcPts val="0"/>
              </a:spcAft>
              <a:buSzPts val="1600"/>
              <a:buChar char="❏"/>
            </a:pPr>
            <a:r>
              <a:rPr lang="en" sz="1600"/>
              <a:t>Netsplonage: Netsplonage occurs when perpetrators back into online systems or individual PCs to obtain confidential information for the purpose of selling it to other parties.</a:t>
            </a:r>
            <a:endParaRPr sz="1600"/>
          </a:p>
          <a:p>
            <a:pPr indent="-330200" lvl="0" marL="457200" marR="0" rtl="0" algn="l">
              <a:lnSpc>
                <a:spcPct val="100000"/>
              </a:lnSpc>
              <a:spcBef>
                <a:spcPts val="1000"/>
              </a:spcBef>
              <a:spcAft>
                <a:spcPts val="0"/>
              </a:spcAft>
              <a:buSzPts val="1600"/>
              <a:buChar char="❏"/>
            </a:pPr>
            <a:r>
              <a:rPr lang="en" sz="1600"/>
              <a:t>Cyber stalking: Cyber stalking refers to the use of the internet, email or other electronic communications device to stalk another person. It is an electronic harassment that involves harassing or threatening over a period of time.</a:t>
            </a:r>
            <a:endParaRPr sz="1600"/>
          </a:p>
          <a:p>
            <a:pPr indent="-330200" lvl="0" marL="457200" marR="0" rtl="0" algn="l">
              <a:lnSpc>
                <a:spcPct val="100000"/>
              </a:lnSpc>
              <a:spcBef>
                <a:spcPts val="1000"/>
              </a:spcBef>
              <a:spcAft>
                <a:spcPts val="0"/>
              </a:spcAft>
              <a:buSzPts val="1600"/>
              <a:buChar char="❏"/>
            </a:pPr>
            <a:r>
              <a:rPr lang="en" sz="1600"/>
              <a:t>Cyber Terrorism: Cyberterrorism is the convergence of cyberspace and terrorism. It refers to unlawful attacks and threats of attacks against computers, networks and the information stored therein when done to intimidate or coerce a government or its people in furtherance of political or social objectives.</a:t>
            </a:r>
            <a:endParaRPr sz="1600"/>
          </a:p>
          <a:p>
            <a:pPr indent="0" lvl="0" marL="457200" marR="0" rtl="0" algn="l">
              <a:lnSpc>
                <a:spcPct val="100000"/>
              </a:lnSpc>
              <a:spcBef>
                <a:spcPts val="1000"/>
              </a:spcBef>
              <a:spcAft>
                <a:spcPts val="0"/>
              </a:spcAft>
              <a:buNone/>
            </a:pPr>
            <a:r>
              <a:t/>
            </a: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144bbcddc71_0_14"/>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1371600" rtl="0" algn="l">
              <a:lnSpc>
                <a:spcPct val="100000"/>
              </a:lnSpc>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MOTIVES OF CYBER CRIMINALS</a:t>
            </a:r>
            <a:endParaRPr b="1">
              <a:solidFill>
                <a:schemeClr val="lt1"/>
              </a:solidFill>
              <a:latin typeface="Malgun Gothic"/>
              <a:ea typeface="Malgun Gothic"/>
              <a:cs typeface="Malgun Gothic"/>
              <a:sym typeface="Malgun Gothic"/>
            </a:endParaRPr>
          </a:p>
        </p:txBody>
      </p:sp>
      <p:sp>
        <p:nvSpPr>
          <p:cNvPr id="154" name="Google Shape;154;g144bbcddc71_0_14"/>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55" name="Google Shape;155;g144bbcddc71_0_14"/>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g144bbcddc71_0_14"/>
          <p:cNvSpPr txBox="1"/>
          <p:nvPr/>
        </p:nvSpPr>
        <p:spPr>
          <a:xfrm>
            <a:off x="566275" y="1077975"/>
            <a:ext cx="7776300" cy="26781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1000"/>
              </a:spcBef>
              <a:spcAft>
                <a:spcPts val="0"/>
              </a:spcAft>
              <a:buClr>
                <a:srgbClr val="000000"/>
              </a:buClr>
              <a:buSzPts val="1600"/>
              <a:buFont typeface="Arial"/>
              <a:buChar char="❏"/>
            </a:pPr>
            <a:r>
              <a:rPr lang="en" sz="1600"/>
              <a:t>Desire for entertainment</a:t>
            </a:r>
            <a:endParaRPr sz="1600"/>
          </a:p>
          <a:p>
            <a:pPr indent="-330200" lvl="0" marL="457200" marR="0" rtl="0" algn="l">
              <a:lnSpc>
                <a:spcPct val="100000"/>
              </a:lnSpc>
              <a:spcBef>
                <a:spcPts val="1000"/>
              </a:spcBef>
              <a:spcAft>
                <a:spcPts val="0"/>
              </a:spcAft>
              <a:buClr>
                <a:srgbClr val="000000"/>
              </a:buClr>
              <a:buSzPts val="1600"/>
              <a:buFont typeface="Arial"/>
              <a:buChar char="❏"/>
            </a:pPr>
            <a:r>
              <a:rPr lang="en" sz="1600"/>
              <a:t>Profit</a:t>
            </a:r>
            <a:endParaRPr sz="1600"/>
          </a:p>
          <a:p>
            <a:pPr indent="-330200" lvl="0" marL="457200" marR="0" rtl="0" algn="l">
              <a:lnSpc>
                <a:spcPct val="100000"/>
              </a:lnSpc>
              <a:spcBef>
                <a:spcPts val="1000"/>
              </a:spcBef>
              <a:spcAft>
                <a:spcPts val="0"/>
              </a:spcAft>
              <a:buClr>
                <a:srgbClr val="000000"/>
              </a:buClr>
              <a:buSzPts val="1600"/>
              <a:buFont typeface="Arial"/>
              <a:buChar char="❏"/>
            </a:pPr>
            <a:r>
              <a:rPr lang="en" sz="1600"/>
              <a:t>Infuriation or revenge</a:t>
            </a:r>
            <a:endParaRPr sz="1600"/>
          </a:p>
          <a:p>
            <a:pPr indent="-330200" lvl="0" marL="457200" marR="0" rtl="0" algn="l">
              <a:lnSpc>
                <a:spcPct val="100000"/>
              </a:lnSpc>
              <a:spcBef>
                <a:spcPts val="1000"/>
              </a:spcBef>
              <a:spcAft>
                <a:spcPts val="0"/>
              </a:spcAft>
              <a:buClr>
                <a:srgbClr val="000000"/>
              </a:buClr>
              <a:buSzPts val="1600"/>
              <a:buFont typeface="Arial"/>
              <a:buChar char="❏"/>
            </a:pPr>
            <a:r>
              <a:rPr lang="en" sz="1600"/>
              <a:t>Political agenda</a:t>
            </a:r>
            <a:endParaRPr sz="1600"/>
          </a:p>
          <a:p>
            <a:pPr indent="-330200" lvl="0" marL="457200" marR="0" rtl="0" algn="l">
              <a:lnSpc>
                <a:spcPct val="100000"/>
              </a:lnSpc>
              <a:spcBef>
                <a:spcPts val="1000"/>
              </a:spcBef>
              <a:spcAft>
                <a:spcPts val="0"/>
              </a:spcAft>
              <a:buClr>
                <a:srgbClr val="000000"/>
              </a:buClr>
              <a:buSzPts val="1600"/>
              <a:buFont typeface="Arial"/>
              <a:buChar char="❏"/>
            </a:pPr>
            <a:r>
              <a:rPr lang="en" sz="1600"/>
              <a:t>Sexual motivations</a:t>
            </a:r>
            <a:endParaRPr sz="1600"/>
          </a:p>
          <a:p>
            <a:pPr indent="-330200" lvl="0" marL="457200" marR="0" rtl="0" algn="l">
              <a:lnSpc>
                <a:spcPct val="100000"/>
              </a:lnSpc>
              <a:spcBef>
                <a:spcPts val="1000"/>
              </a:spcBef>
              <a:spcAft>
                <a:spcPts val="0"/>
              </a:spcAft>
              <a:buClr>
                <a:srgbClr val="000000"/>
              </a:buClr>
              <a:buSzPts val="1600"/>
              <a:buFont typeface="Arial"/>
              <a:buChar char="❏"/>
            </a:pPr>
            <a:r>
              <a:rPr lang="en" sz="1600"/>
              <a:t>Psychiatric illness</a:t>
            </a:r>
            <a:endParaRPr sz="1600"/>
          </a:p>
          <a:p>
            <a:pPr indent="0" lvl="0" marL="457200" marR="0" rtl="0" algn="l">
              <a:lnSpc>
                <a:spcPct val="100000"/>
              </a:lnSpc>
              <a:spcBef>
                <a:spcPts val="100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15cb5df8a8e_0_9"/>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3200400" rtl="0" algn="l">
              <a:lnSpc>
                <a:spcPct val="100000"/>
              </a:lnSpc>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PREVENTION</a:t>
            </a:r>
            <a:endParaRPr b="1">
              <a:solidFill>
                <a:schemeClr val="lt1"/>
              </a:solidFill>
              <a:latin typeface="Malgun Gothic"/>
              <a:ea typeface="Malgun Gothic"/>
              <a:cs typeface="Malgun Gothic"/>
              <a:sym typeface="Malgun Gothic"/>
            </a:endParaRPr>
          </a:p>
        </p:txBody>
      </p:sp>
      <p:sp>
        <p:nvSpPr>
          <p:cNvPr id="162" name="Google Shape;162;g15cb5df8a8e_0_9"/>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63" name="Google Shape;163;g15cb5df8a8e_0_9"/>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g15cb5df8a8e_0_9"/>
          <p:cNvSpPr txBox="1"/>
          <p:nvPr/>
        </p:nvSpPr>
        <p:spPr>
          <a:xfrm>
            <a:off x="566275" y="1077975"/>
            <a:ext cx="7776300" cy="15546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1000"/>
              </a:spcBef>
              <a:spcAft>
                <a:spcPts val="0"/>
              </a:spcAft>
              <a:buClr>
                <a:srgbClr val="000000"/>
              </a:buClr>
              <a:buSzPts val="1600"/>
              <a:buFont typeface="Arial"/>
              <a:buChar char="❏"/>
            </a:pPr>
            <a:r>
              <a:rPr lang="en" sz="1600"/>
              <a:t>Use hard to guess passwords</a:t>
            </a:r>
            <a:endParaRPr sz="1600"/>
          </a:p>
          <a:p>
            <a:pPr indent="-330200" lvl="0" marL="457200" marR="0" rtl="0" algn="l">
              <a:lnSpc>
                <a:spcPct val="100000"/>
              </a:lnSpc>
              <a:spcBef>
                <a:spcPts val="1000"/>
              </a:spcBef>
              <a:spcAft>
                <a:spcPts val="0"/>
              </a:spcAft>
              <a:buClr>
                <a:srgbClr val="000000"/>
              </a:buClr>
              <a:buSzPts val="1600"/>
              <a:buFont typeface="Arial"/>
              <a:buChar char="❏"/>
            </a:pPr>
            <a:r>
              <a:rPr lang="en" sz="1600"/>
              <a:t>Use anti-virus software and firewalls-keep them up to date</a:t>
            </a:r>
            <a:endParaRPr sz="1600"/>
          </a:p>
          <a:p>
            <a:pPr indent="-330200" lvl="0" marL="457200" marR="0" rtl="0" algn="l">
              <a:lnSpc>
                <a:spcPct val="100000"/>
              </a:lnSpc>
              <a:spcBef>
                <a:spcPts val="1000"/>
              </a:spcBef>
              <a:spcAft>
                <a:spcPts val="0"/>
              </a:spcAft>
              <a:buClr>
                <a:srgbClr val="000000"/>
              </a:buClr>
              <a:buSzPts val="1600"/>
              <a:buFont typeface="Arial"/>
              <a:buChar char="❏"/>
            </a:pPr>
            <a:r>
              <a:rPr lang="en" sz="1600"/>
              <a:t>Don’t open email or attachments from unknown sources</a:t>
            </a:r>
            <a:endParaRPr sz="1600"/>
          </a:p>
          <a:p>
            <a:pPr indent="-330200" lvl="0" marL="457200" marR="0" rtl="0" algn="l">
              <a:lnSpc>
                <a:spcPct val="100000"/>
              </a:lnSpc>
              <a:spcBef>
                <a:spcPts val="1000"/>
              </a:spcBef>
              <a:spcAft>
                <a:spcPts val="0"/>
              </a:spcAft>
              <a:buClr>
                <a:srgbClr val="000000"/>
              </a:buClr>
              <a:buSzPts val="1600"/>
              <a:buFont typeface="Arial"/>
              <a:buChar char="❏"/>
            </a:pPr>
            <a:r>
              <a:rPr lang="en" sz="1600"/>
              <a:t>Backup</a:t>
            </a:r>
            <a:r>
              <a:rPr lang="en" sz="1600"/>
              <a:t> your data</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8" name="Shape 168"/>
        <p:cNvGrpSpPr/>
        <p:nvPr/>
      </p:nvGrpSpPr>
      <p:grpSpPr>
        <a:xfrm>
          <a:off x="0" y="0"/>
          <a:ext cx="0" cy="0"/>
          <a:chOff x="0" y="0"/>
          <a:chExt cx="0" cy="0"/>
        </a:xfrm>
      </p:grpSpPr>
      <p:sp>
        <p:nvSpPr>
          <p:cNvPr id="169" name="Google Shape;169;g13fbedf9817_1_0"/>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70" name="Google Shape;170;g13fbedf9817_1_0"/>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g13fbedf9817_1_0"/>
          <p:cNvSpPr/>
          <p:nvPr/>
        </p:nvSpPr>
        <p:spPr>
          <a:xfrm>
            <a:off x="1176600" y="1740525"/>
            <a:ext cx="6790800" cy="1535700"/>
          </a:xfrm>
          <a:prstGeom prst="roundRect">
            <a:avLst>
              <a:gd fmla="val 16667" name="adj"/>
            </a:avLst>
          </a:prstGeom>
          <a:solidFill>
            <a:schemeClr val="lt2"/>
          </a:solidFill>
          <a:ln cap="flat" cmpd="sng" w="28575">
            <a:solidFill>
              <a:schemeClr val="accent3"/>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600"/>
              <a:buFont typeface="Arial"/>
              <a:buNone/>
            </a:pPr>
            <a:r>
              <a:rPr b="1" i="0" lang="en" sz="3900" u="none" cap="none" strike="noStrike">
                <a:solidFill>
                  <a:schemeClr val="accent3"/>
                </a:solidFill>
                <a:latin typeface="Arial"/>
                <a:ea typeface="Arial"/>
                <a:cs typeface="Arial"/>
                <a:sym typeface="Arial"/>
              </a:rPr>
              <a:t>Thank You</a:t>
            </a:r>
            <a:endParaRPr b="1" i="0" sz="3900" u="none" cap="none" strike="noStrike">
              <a:solidFill>
                <a:schemeClr val="accent3"/>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